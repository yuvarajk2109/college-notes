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44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75" r:id="rId7"/>
    <p:sldId id="260" r:id="rId8"/>
    <p:sldId id="264" r:id="rId9"/>
    <p:sldId id="276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51" d="100"/>
          <a:sy n="51" d="100"/>
        </p:scale>
        <p:origin x="88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image" Target="../media/image7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9B144-8664-4B29-8B4F-64AE88451A0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2965D5-7677-4531-A408-040AED5EA620}">
      <dgm:prSet phldrT="[Text]" custT="1"/>
      <dgm:spPr/>
      <dgm:t>
        <a:bodyPr/>
        <a:lstStyle/>
        <a:p>
          <a:r>
            <a:rPr lang="en-US" sz="2000" dirty="0">
              <a:latin typeface="Constantia" panose="02030602050306030303" pitchFamily="18" charset="0"/>
            </a:rPr>
            <a:t>Multidisciplinary field – physics, computer science, mathematics</a:t>
          </a:r>
        </a:p>
      </dgm:t>
    </dgm:pt>
    <dgm:pt modelId="{3A8278F1-6DD6-44FA-A14D-D89C4F925913}" type="parTrans" cxnId="{D027F248-B415-4E01-946D-2389575D11A7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E662D2C5-0929-47FB-9D87-64EE8693E511}" type="sibTrans" cxnId="{D027F248-B415-4E01-946D-2389575D11A7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1C70850C-FFF1-4712-B861-91792C7F3666}">
      <dgm:prSet phldrT="[Text]" custT="1"/>
      <dgm:spPr/>
      <dgm:t>
        <a:bodyPr/>
        <a:lstStyle/>
        <a:p>
          <a:r>
            <a:rPr lang="en-US" sz="2400" dirty="0">
              <a:latin typeface="Constantia" panose="02030602050306030303" pitchFamily="18" charset="0"/>
            </a:rPr>
            <a:t>Solve complex problems</a:t>
          </a:r>
        </a:p>
      </dgm:t>
    </dgm:pt>
    <dgm:pt modelId="{8627F4B8-1BE8-430D-A994-A4E0FC41B42B}" type="parTrans" cxnId="{41B45DAC-D80D-42AC-A65C-C2E048E87CAD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82B21576-45F0-442D-B59D-E5534F8F779D}" type="sibTrans" cxnId="{41B45DAC-D80D-42AC-A65C-C2E048E87CAD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BE511B0E-61A7-4D79-96FA-105ECD39D130}">
      <dgm:prSet phldrT="[Text]" custT="1"/>
      <dgm:spPr/>
      <dgm:t>
        <a:bodyPr/>
        <a:lstStyle/>
        <a:p>
          <a:r>
            <a:rPr lang="en-US" sz="1800" dirty="0">
              <a:latin typeface="Constantia" panose="02030602050306030303" pitchFamily="18" charset="0"/>
            </a:rPr>
            <a:t>Quantum Mechanics – </a:t>
          </a:r>
          <a:r>
            <a:rPr lang="en-US" sz="1800" dirty="0" err="1">
              <a:latin typeface="Constantia" panose="02030602050306030303" pitchFamily="18" charset="0"/>
            </a:rPr>
            <a:t>Behaviour</a:t>
          </a:r>
          <a:r>
            <a:rPr lang="en-US" sz="1800" dirty="0">
              <a:latin typeface="Constantia" panose="02030602050306030303" pitchFamily="18" charset="0"/>
            </a:rPr>
            <a:t> of Particles at Microscopic Level</a:t>
          </a:r>
        </a:p>
      </dgm:t>
    </dgm:pt>
    <dgm:pt modelId="{579AC342-0279-4887-83EC-09C2A0DBCE41}" type="parTrans" cxnId="{D6415BB5-C1FC-446E-ADE3-D6F7719AC6B3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2D8CA62C-3F48-48F1-8B91-07F92C1FDCEE}" type="sibTrans" cxnId="{D6415BB5-C1FC-446E-ADE3-D6F7719AC6B3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405C36F3-92FB-4984-899E-F699CEE9FC1D}">
      <dgm:prSet phldrT="[Text]" custT="1"/>
      <dgm:spPr/>
      <dgm:t>
        <a:bodyPr/>
        <a:lstStyle/>
        <a:p>
          <a:r>
            <a:rPr lang="en-US" sz="1800" dirty="0">
              <a:latin typeface="Constantia" panose="02030602050306030303" pitchFamily="18" charset="0"/>
            </a:rPr>
            <a:t>Fundamental Unit – Qubit (similar to bit in traditional digital electronics)</a:t>
          </a:r>
        </a:p>
      </dgm:t>
    </dgm:pt>
    <dgm:pt modelId="{6CA026FA-5909-4F39-8EDE-80A2C975E94D}" type="parTrans" cxnId="{2C36CE02-9D91-4692-9715-93EA6F673A9D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F98C4EBB-46D5-49B6-84FC-5B097012BE92}" type="sibTrans" cxnId="{2C36CE02-9D91-4692-9715-93EA6F673A9D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82F90ABD-4D8E-44BF-A44F-73B99153F422}">
      <dgm:prSet phldrT="[Text]" custT="1"/>
      <dgm:spPr/>
      <dgm:t>
        <a:bodyPr/>
        <a:lstStyle/>
        <a:p>
          <a:r>
            <a:rPr lang="en-US" sz="1800" dirty="0">
              <a:latin typeface="Constantia" panose="02030602050306030303" pitchFamily="18" charset="0"/>
            </a:rPr>
            <a:t>Quantum States: |0&gt; and |1&gt; - vector spaces</a:t>
          </a:r>
        </a:p>
      </dgm:t>
    </dgm:pt>
    <dgm:pt modelId="{1F73987F-3B9E-451D-986D-18ED1C5DF331}" type="parTrans" cxnId="{01910575-CC8B-43A9-9358-973C1B0D6082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488E2A16-77CA-4146-A1F6-A9EFE520423B}" type="sibTrans" cxnId="{01910575-CC8B-43A9-9358-973C1B0D6082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10860AFD-D4B9-4375-9E5A-9899E6DB3B10}">
      <dgm:prSet phldrT="[Text]" custT="1"/>
      <dgm:spPr/>
      <dgm:t>
        <a:bodyPr/>
        <a:lstStyle/>
        <a:p>
          <a:r>
            <a:rPr lang="en-US" sz="1800" dirty="0">
              <a:latin typeface="Constantia" panose="02030602050306030303" pitchFamily="18" charset="0"/>
            </a:rPr>
            <a:t>Can be multiplied by constants, added together to get more valid quantum states</a:t>
          </a:r>
        </a:p>
      </dgm:t>
    </dgm:pt>
    <dgm:pt modelId="{DF364821-BA6B-4926-AD3C-3CAD1C2559F7}" type="parTrans" cxnId="{329A5D6B-2675-4AE4-921A-F75825E403C3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6EBEE5FA-69EB-44F9-8513-80C093DADBA5}" type="sibTrans" cxnId="{329A5D6B-2675-4AE4-921A-F75825E403C3}">
      <dgm:prSet/>
      <dgm:spPr/>
      <dgm:t>
        <a:bodyPr/>
        <a:lstStyle/>
        <a:p>
          <a:endParaRPr lang="en-US" sz="2400">
            <a:latin typeface="Constantia" panose="02030602050306030303" pitchFamily="18" charset="0"/>
          </a:endParaRPr>
        </a:p>
      </dgm:t>
    </dgm:pt>
    <dgm:pt modelId="{162326ED-95E1-4921-8B32-20CFBAFD0527}" type="pres">
      <dgm:prSet presAssocID="{AA29B144-8664-4B29-8B4F-64AE88451A0D}" presName="diagram" presStyleCnt="0">
        <dgm:presLayoutVars>
          <dgm:dir/>
          <dgm:resizeHandles val="exact"/>
        </dgm:presLayoutVars>
      </dgm:prSet>
      <dgm:spPr/>
    </dgm:pt>
    <dgm:pt modelId="{0D99C73E-531C-4013-A9ED-71ED8B133400}" type="pres">
      <dgm:prSet presAssocID="{D62965D5-7677-4531-A408-040AED5EA620}" presName="node" presStyleLbl="node1" presStyleIdx="0" presStyleCnt="6">
        <dgm:presLayoutVars>
          <dgm:bulletEnabled val="1"/>
        </dgm:presLayoutVars>
      </dgm:prSet>
      <dgm:spPr/>
    </dgm:pt>
    <dgm:pt modelId="{A460E9CD-E728-4359-97BF-9E073DA18BFB}" type="pres">
      <dgm:prSet presAssocID="{E662D2C5-0929-47FB-9D87-64EE8693E511}" presName="sibTrans" presStyleCnt="0"/>
      <dgm:spPr/>
    </dgm:pt>
    <dgm:pt modelId="{7B5E9F4E-BA03-4845-BDE4-E0877CE7FC43}" type="pres">
      <dgm:prSet presAssocID="{1C70850C-FFF1-4712-B861-91792C7F3666}" presName="node" presStyleLbl="node1" presStyleIdx="1" presStyleCnt="6">
        <dgm:presLayoutVars>
          <dgm:bulletEnabled val="1"/>
        </dgm:presLayoutVars>
      </dgm:prSet>
      <dgm:spPr/>
    </dgm:pt>
    <dgm:pt modelId="{A5C5D37E-1D43-4610-968B-DF067FC45684}" type="pres">
      <dgm:prSet presAssocID="{82B21576-45F0-442D-B59D-E5534F8F779D}" presName="sibTrans" presStyleCnt="0"/>
      <dgm:spPr/>
    </dgm:pt>
    <dgm:pt modelId="{59260034-D253-4B33-A20E-990CBED722CD}" type="pres">
      <dgm:prSet presAssocID="{BE511B0E-61A7-4D79-96FA-105ECD39D130}" presName="node" presStyleLbl="node1" presStyleIdx="2" presStyleCnt="6">
        <dgm:presLayoutVars>
          <dgm:bulletEnabled val="1"/>
        </dgm:presLayoutVars>
      </dgm:prSet>
      <dgm:spPr/>
    </dgm:pt>
    <dgm:pt modelId="{2AEE570B-B584-42AC-9658-6F2BDCF765BE}" type="pres">
      <dgm:prSet presAssocID="{2D8CA62C-3F48-48F1-8B91-07F92C1FDCEE}" presName="sibTrans" presStyleCnt="0"/>
      <dgm:spPr/>
    </dgm:pt>
    <dgm:pt modelId="{1E401AB9-41B8-4272-BC3D-05E366F0418D}" type="pres">
      <dgm:prSet presAssocID="{405C36F3-92FB-4984-899E-F699CEE9FC1D}" presName="node" presStyleLbl="node1" presStyleIdx="3" presStyleCnt="6">
        <dgm:presLayoutVars>
          <dgm:bulletEnabled val="1"/>
        </dgm:presLayoutVars>
      </dgm:prSet>
      <dgm:spPr/>
    </dgm:pt>
    <dgm:pt modelId="{3E3D65A5-121B-4E44-B6EE-6874BE1962DA}" type="pres">
      <dgm:prSet presAssocID="{F98C4EBB-46D5-49B6-84FC-5B097012BE92}" presName="sibTrans" presStyleCnt="0"/>
      <dgm:spPr/>
    </dgm:pt>
    <dgm:pt modelId="{B7E33A0C-1A36-4813-840C-3649D03AF4E0}" type="pres">
      <dgm:prSet presAssocID="{82F90ABD-4D8E-44BF-A44F-73B99153F422}" presName="node" presStyleLbl="node1" presStyleIdx="4" presStyleCnt="6">
        <dgm:presLayoutVars>
          <dgm:bulletEnabled val="1"/>
        </dgm:presLayoutVars>
      </dgm:prSet>
      <dgm:spPr/>
    </dgm:pt>
    <dgm:pt modelId="{8CEC0D7E-097B-423D-9C04-9EF83685987D}" type="pres">
      <dgm:prSet presAssocID="{488E2A16-77CA-4146-A1F6-A9EFE520423B}" presName="sibTrans" presStyleCnt="0"/>
      <dgm:spPr/>
    </dgm:pt>
    <dgm:pt modelId="{145BB0E0-8CC5-4710-BB8E-0460CFE4F7D7}" type="pres">
      <dgm:prSet presAssocID="{10860AFD-D4B9-4375-9E5A-9899E6DB3B10}" presName="node" presStyleLbl="node1" presStyleIdx="5" presStyleCnt="6">
        <dgm:presLayoutVars>
          <dgm:bulletEnabled val="1"/>
        </dgm:presLayoutVars>
      </dgm:prSet>
      <dgm:spPr/>
    </dgm:pt>
  </dgm:ptLst>
  <dgm:cxnLst>
    <dgm:cxn modelId="{2C36CE02-9D91-4692-9715-93EA6F673A9D}" srcId="{AA29B144-8664-4B29-8B4F-64AE88451A0D}" destId="{405C36F3-92FB-4984-899E-F699CEE9FC1D}" srcOrd="3" destOrd="0" parTransId="{6CA026FA-5909-4F39-8EDE-80A2C975E94D}" sibTransId="{F98C4EBB-46D5-49B6-84FC-5B097012BE92}"/>
    <dgm:cxn modelId="{21A93F1A-0E78-4532-9B01-F9D4BF43BE39}" type="presOf" srcId="{BE511B0E-61A7-4D79-96FA-105ECD39D130}" destId="{59260034-D253-4B33-A20E-990CBED722CD}" srcOrd="0" destOrd="0" presId="urn:microsoft.com/office/officeart/2005/8/layout/default"/>
    <dgm:cxn modelId="{B5573D3B-AAA9-4B20-8981-12BDC7CB5050}" type="presOf" srcId="{1C70850C-FFF1-4712-B861-91792C7F3666}" destId="{7B5E9F4E-BA03-4845-BDE4-E0877CE7FC43}" srcOrd="0" destOrd="0" presId="urn:microsoft.com/office/officeart/2005/8/layout/default"/>
    <dgm:cxn modelId="{D027F248-B415-4E01-946D-2389575D11A7}" srcId="{AA29B144-8664-4B29-8B4F-64AE88451A0D}" destId="{D62965D5-7677-4531-A408-040AED5EA620}" srcOrd="0" destOrd="0" parTransId="{3A8278F1-6DD6-44FA-A14D-D89C4F925913}" sibTransId="{E662D2C5-0929-47FB-9D87-64EE8693E511}"/>
    <dgm:cxn modelId="{329A5D6B-2675-4AE4-921A-F75825E403C3}" srcId="{AA29B144-8664-4B29-8B4F-64AE88451A0D}" destId="{10860AFD-D4B9-4375-9E5A-9899E6DB3B10}" srcOrd="5" destOrd="0" parTransId="{DF364821-BA6B-4926-AD3C-3CAD1C2559F7}" sibTransId="{6EBEE5FA-69EB-44F9-8513-80C093DADBA5}"/>
    <dgm:cxn modelId="{01910575-CC8B-43A9-9358-973C1B0D6082}" srcId="{AA29B144-8664-4B29-8B4F-64AE88451A0D}" destId="{82F90ABD-4D8E-44BF-A44F-73B99153F422}" srcOrd="4" destOrd="0" parTransId="{1F73987F-3B9E-451D-986D-18ED1C5DF331}" sibTransId="{488E2A16-77CA-4146-A1F6-A9EFE520423B}"/>
    <dgm:cxn modelId="{5FAC307C-3654-4BEF-8E2F-D0CB25567580}" type="presOf" srcId="{D62965D5-7677-4531-A408-040AED5EA620}" destId="{0D99C73E-531C-4013-A9ED-71ED8B133400}" srcOrd="0" destOrd="0" presId="urn:microsoft.com/office/officeart/2005/8/layout/default"/>
    <dgm:cxn modelId="{1833E6AB-15AE-43D0-A2B5-A054549A2DF1}" type="presOf" srcId="{405C36F3-92FB-4984-899E-F699CEE9FC1D}" destId="{1E401AB9-41B8-4272-BC3D-05E366F0418D}" srcOrd="0" destOrd="0" presId="urn:microsoft.com/office/officeart/2005/8/layout/default"/>
    <dgm:cxn modelId="{41B45DAC-D80D-42AC-A65C-C2E048E87CAD}" srcId="{AA29B144-8664-4B29-8B4F-64AE88451A0D}" destId="{1C70850C-FFF1-4712-B861-91792C7F3666}" srcOrd="1" destOrd="0" parTransId="{8627F4B8-1BE8-430D-A994-A4E0FC41B42B}" sibTransId="{82B21576-45F0-442D-B59D-E5534F8F779D}"/>
    <dgm:cxn modelId="{D6415BB5-C1FC-446E-ADE3-D6F7719AC6B3}" srcId="{AA29B144-8664-4B29-8B4F-64AE88451A0D}" destId="{BE511B0E-61A7-4D79-96FA-105ECD39D130}" srcOrd="2" destOrd="0" parTransId="{579AC342-0279-4887-83EC-09C2A0DBCE41}" sibTransId="{2D8CA62C-3F48-48F1-8B91-07F92C1FDCEE}"/>
    <dgm:cxn modelId="{A135D3CC-3665-4A88-B461-CFE659FC4917}" type="presOf" srcId="{AA29B144-8664-4B29-8B4F-64AE88451A0D}" destId="{162326ED-95E1-4921-8B32-20CFBAFD0527}" srcOrd="0" destOrd="0" presId="urn:microsoft.com/office/officeart/2005/8/layout/default"/>
    <dgm:cxn modelId="{5960D4CF-542A-4E6F-91D4-07526C7CD636}" type="presOf" srcId="{10860AFD-D4B9-4375-9E5A-9899E6DB3B10}" destId="{145BB0E0-8CC5-4710-BB8E-0460CFE4F7D7}" srcOrd="0" destOrd="0" presId="urn:microsoft.com/office/officeart/2005/8/layout/default"/>
    <dgm:cxn modelId="{E42E2DF9-67E5-420F-8B17-5E63788916FB}" type="presOf" srcId="{82F90ABD-4D8E-44BF-A44F-73B99153F422}" destId="{B7E33A0C-1A36-4813-840C-3649D03AF4E0}" srcOrd="0" destOrd="0" presId="urn:microsoft.com/office/officeart/2005/8/layout/default"/>
    <dgm:cxn modelId="{B81DE0F2-5BF1-4135-B361-3DECE3F60D1F}" type="presParOf" srcId="{162326ED-95E1-4921-8B32-20CFBAFD0527}" destId="{0D99C73E-531C-4013-A9ED-71ED8B133400}" srcOrd="0" destOrd="0" presId="urn:microsoft.com/office/officeart/2005/8/layout/default"/>
    <dgm:cxn modelId="{F602BB22-A3E6-4A7A-AAF9-E2FE123EE2F2}" type="presParOf" srcId="{162326ED-95E1-4921-8B32-20CFBAFD0527}" destId="{A460E9CD-E728-4359-97BF-9E073DA18BFB}" srcOrd="1" destOrd="0" presId="urn:microsoft.com/office/officeart/2005/8/layout/default"/>
    <dgm:cxn modelId="{BE605CC1-78D3-493C-9728-C109A6BF7CC1}" type="presParOf" srcId="{162326ED-95E1-4921-8B32-20CFBAFD0527}" destId="{7B5E9F4E-BA03-4845-BDE4-E0877CE7FC43}" srcOrd="2" destOrd="0" presId="urn:microsoft.com/office/officeart/2005/8/layout/default"/>
    <dgm:cxn modelId="{D57F76C9-914B-42F2-94C1-DB12558E5D17}" type="presParOf" srcId="{162326ED-95E1-4921-8B32-20CFBAFD0527}" destId="{A5C5D37E-1D43-4610-968B-DF067FC45684}" srcOrd="3" destOrd="0" presId="urn:microsoft.com/office/officeart/2005/8/layout/default"/>
    <dgm:cxn modelId="{A3C633A9-1A26-42AC-A08F-B1BAFE8A7509}" type="presParOf" srcId="{162326ED-95E1-4921-8B32-20CFBAFD0527}" destId="{59260034-D253-4B33-A20E-990CBED722CD}" srcOrd="4" destOrd="0" presId="urn:microsoft.com/office/officeart/2005/8/layout/default"/>
    <dgm:cxn modelId="{871BCAA2-66D9-485B-AADA-19F98DC88CD0}" type="presParOf" srcId="{162326ED-95E1-4921-8B32-20CFBAFD0527}" destId="{2AEE570B-B584-42AC-9658-6F2BDCF765BE}" srcOrd="5" destOrd="0" presId="urn:microsoft.com/office/officeart/2005/8/layout/default"/>
    <dgm:cxn modelId="{EA01AF1F-9862-4073-B7D7-0678323C7A84}" type="presParOf" srcId="{162326ED-95E1-4921-8B32-20CFBAFD0527}" destId="{1E401AB9-41B8-4272-BC3D-05E366F0418D}" srcOrd="6" destOrd="0" presId="urn:microsoft.com/office/officeart/2005/8/layout/default"/>
    <dgm:cxn modelId="{33AE389F-24D5-4263-90AB-42F08CAB88A3}" type="presParOf" srcId="{162326ED-95E1-4921-8B32-20CFBAFD0527}" destId="{3E3D65A5-121B-4E44-B6EE-6874BE1962DA}" srcOrd="7" destOrd="0" presId="urn:microsoft.com/office/officeart/2005/8/layout/default"/>
    <dgm:cxn modelId="{C387FA3C-E9F5-4011-B43E-A0612266602A}" type="presParOf" srcId="{162326ED-95E1-4921-8B32-20CFBAFD0527}" destId="{B7E33A0C-1A36-4813-840C-3649D03AF4E0}" srcOrd="8" destOrd="0" presId="urn:microsoft.com/office/officeart/2005/8/layout/default"/>
    <dgm:cxn modelId="{37400F54-3FD7-4961-B249-0CF07D3A5926}" type="presParOf" srcId="{162326ED-95E1-4921-8B32-20CFBAFD0527}" destId="{8CEC0D7E-097B-423D-9C04-9EF83685987D}" srcOrd="9" destOrd="0" presId="urn:microsoft.com/office/officeart/2005/8/layout/default"/>
    <dgm:cxn modelId="{CD32188F-12B7-482A-839E-FBA0592F6F3D}" type="presParOf" srcId="{162326ED-95E1-4921-8B32-20CFBAFD0527}" destId="{145BB0E0-8CC5-4710-BB8E-0460CFE4F7D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5D318D-27C0-4C97-B474-A2616BF0F18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BC3D915-5900-4197-BD32-2D6EE15596DD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Complex problems with lots of variables interacting in complicated ways– difficult for classical supercomputers to </a:t>
          </a:r>
          <a:r>
            <a:rPr lang="en-US">
              <a:latin typeface="Constantia" panose="02030602050306030303" pitchFamily="18" charset="0"/>
            </a:rPr>
            <a:t>deal with</a:t>
          </a:r>
          <a:endParaRPr lang="en-US" dirty="0">
            <a:latin typeface="Constantia" panose="02030602050306030303" pitchFamily="18" charset="0"/>
          </a:endParaRPr>
        </a:p>
      </dgm:t>
    </dgm:pt>
    <dgm:pt modelId="{61E098B0-91BE-44F7-A433-8515B31908FB}" type="sibTrans" cxnId="{21993D78-D97C-4CE2-8707-09747C6171E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4D8D3E85-D6B8-4975-8A92-C57DFAB553B7}" type="parTrans" cxnId="{21993D78-D97C-4CE2-8707-09747C6171E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DD0D2EE9-B4C3-4496-A09D-BD212D9BBAD1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Quantum computers – faster, more capable; create multidimensional computational spaces</a:t>
          </a:r>
        </a:p>
      </dgm:t>
    </dgm:pt>
    <dgm:pt modelId="{E42741ED-8DAD-4AF7-9C69-1420E19E24AB}" type="sibTrans" cxnId="{977D08ED-EFB4-4A31-8DA2-9D9CCEB26E36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30B7AFEC-786F-4098-88F6-B834D01C4418}" type="parTrans" cxnId="{977D08ED-EFB4-4A31-8DA2-9D9CCEB26E36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08171483-E768-4D8D-B566-661EE3FC59EC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These computational spaces can’t be created with classical computers, making them less useful</a:t>
          </a:r>
        </a:p>
      </dgm:t>
    </dgm:pt>
    <dgm:pt modelId="{3377819C-9EFF-450D-B70B-750DF086ED99}" type="sibTrans" cxnId="{D21E9A1F-5AA1-4A59-8DF4-4E1DB8DB3803}">
      <dgm:prSet/>
      <dgm:spPr/>
      <dgm:t>
        <a:bodyPr/>
        <a:lstStyle/>
        <a:p>
          <a:endParaRPr lang="en-US"/>
        </a:p>
      </dgm:t>
    </dgm:pt>
    <dgm:pt modelId="{B6A816BB-3DC2-43C0-BB86-57DFE03D3E84}" type="parTrans" cxnId="{D21E9A1F-5AA1-4A59-8DF4-4E1DB8DB3803}">
      <dgm:prSet/>
      <dgm:spPr/>
      <dgm:t>
        <a:bodyPr/>
        <a:lstStyle/>
        <a:p>
          <a:endParaRPr lang="en-US"/>
        </a:p>
      </dgm:t>
    </dgm:pt>
    <dgm:pt modelId="{F38EDF0E-28DF-429F-9A22-3E3E4CE71035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Real world runs on quantum physics, so why not make computers do calculations using quantum states of qubits?</a:t>
          </a:r>
        </a:p>
      </dgm:t>
    </dgm:pt>
    <dgm:pt modelId="{214DD7B7-1652-43DD-9401-83C1ADEC7FE3}" type="sibTrans" cxnId="{7384DD1A-6C26-479F-86FA-14DAA2CBD0F9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E8BEC285-1E49-4F23-9695-DE48D97D567A}" type="parTrans" cxnId="{7384DD1A-6C26-479F-86FA-14DAA2CBD0F9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25460558-4575-424C-82EE-FA0E8F93A691}" type="pres">
      <dgm:prSet presAssocID="{D45D318D-27C0-4C97-B474-A2616BF0F185}" presName="CompostProcess" presStyleCnt="0">
        <dgm:presLayoutVars>
          <dgm:dir/>
          <dgm:resizeHandles val="exact"/>
        </dgm:presLayoutVars>
      </dgm:prSet>
      <dgm:spPr/>
    </dgm:pt>
    <dgm:pt modelId="{531F20F2-0C02-4CA2-952E-7E83F942BFD4}" type="pres">
      <dgm:prSet presAssocID="{D45D318D-27C0-4C97-B474-A2616BF0F185}" presName="arrow" presStyleLbl="bgShp" presStyleIdx="0" presStyleCnt="1"/>
      <dgm:spPr/>
    </dgm:pt>
    <dgm:pt modelId="{37081CCA-2BBC-4751-A608-1F922325D146}" type="pres">
      <dgm:prSet presAssocID="{D45D318D-27C0-4C97-B474-A2616BF0F185}" presName="linearProcess" presStyleCnt="0"/>
      <dgm:spPr/>
    </dgm:pt>
    <dgm:pt modelId="{CD41A3D4-166B-42D2-B039-8293778CE105}" type="pres">
      <dgm:prSet presAssocID="{FBC3D915-5900-4197-BD32-2D6EE15596DD}" presName="textNode" presStyleLbl="node1" presStyleIdx="0" presStyleCnt="4">
        <dgm:presLayoutVars>
          <dgm:bulletEnabled val="1"/>
        </dgm:presLayoutVars>
      </dgm:prSet>
      <dgm:spPr/>
    </dgm:pt>
    <dgm:pt modelId="{B7D7A13E-6FF1-493A-8969-ACC4F85880DC}" type="pres">
      <dgm:prSet presAssocID="{61E098B0-91BE-44F7-A433-8515B31908FB}" presName="sibTrans" presStyleCnt="0"/>
      <dgm:spPr/>
    </dgm:pt>
    <dgm:pt modelId="{82F98847-0587-4D0A-994F-2976A101A786}" type="pres">
      <dgm:prSet presAssocID="{F38EDF0E-28DF-429F-9A22-3E3E4CE71035}" presName="textNode" presStyleLbl="node1" presStyleIdx="1" presStyleCnt="4">
        <dgm:presLayoutVars>
          <dgm:bulletEnabled val="1"/>
        </dgm:presLayoutVars>
      </dgm:prSet>
      <dgm:spPr/>
    </dgm:pt>
    <dgm:pt modelId="{B331993C-F012-467F-AD01-E7AF86470636}" type="pres">
      <dgm:prSet presAssocID="{214DD7B7-1652-43DD-9401-83C1ADEC7FE3}" presName="sibTrans" presStyleCnt="0"/>
      <dgm:spPr/>
    </dgm:pt>
    <dgm:pt modelId="{49E81E1C-F01B-4A7F-94C0-00B83B29056A}" type="pres">
      <dgm:prSet presAssocID="{DD0D2EE9-B4C3-4496-A09D-BD212D9BBAD1}" presName="textNode" presStyleLbl="node1" presStyleIdx="2" presStyleCnt="4">
        <dgm:presLayoutVars>
          <dgm:bulletEnabled val="1"/>
        </dgm:presLayoutVars>
      </dgm:prSet>
      <dgm:spPr/>
    </dgm:pt>
    <dgm:pt modelId="{3511E9E4-50DE-4686-AF9E-DE4A3B94F442}" type="pres">
      <dgm:prSet presAssocID="{E42741ED-8DAD-4AF7-9C69-1420E19E24AB}" presName="sibTrans" presStyleCnt="0"/>
      <dgm:spPr/>
    </dgm:pt>
    <dgm:pt modelId="{ABE6A1E5-AB6A-4C69-87A2-572907D7FA12}" type="pres">
      <dgm:prSet presAssocID="{08171483-E768-4D8D-B566-661EE3FC59EC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384DD1A-6C26-479F-86FA-14DAA2CBD0F9}" srcId="{D45D318D-27C0-4C97-B474-A2616BF0F185}" destId="{F38EDF0E-28DF-429F-9A22-3E3E4CE71035}" srcOrd="1" destOrd="0" parTransId="{E8BEC285-1E49-4F23-9695-DE48D97D567A}" sibTransId="{214DD7B7-1652-43DD-9401-83C1ADEC7FE3}"/>
    <dgm:cxn modelId="{ADEF751C-4AB8-4807-B565-0B913E66E1C6}" type="presOf" srcId="{FBC3D915-5900-4197-BD32-2D6EE15596DD}" destId="{CD41A3D4-166B-42D2-B039-8293778CE105}" srcOrd="0" destOrd="0" presId="urn:microsoft.com/office/officeart/2005/8/layout/hProcess9"/>
    <dgm:cxn modelId="{6AB3701E-B606-4533-9DFE-A93818F5BA14}" type="presOf" srcId="{DD0D2EE9-B4C3-4496-A09D-BD212D9BBAD1}" destId="{49E81E1C-F01B-4A7F-94C0-00B83B29056A}" srcOrd="0" destOrd="0" presId="urn:microsoft.com/office/officeart/2005/8/layout/hProcess9"/>
    <dgm:cxn modelId="{D21E9A1F-5AA1-4A59-8DF4-4E1DB8DB3803}" srcId="{D45D318D-27C0-4C97-B474-A2616BF0F185}" destId="{08171483-E768-4D8D-B566-661EE3FC59EC}" srcOrd="3" destOrd="0" parTransId="{B6A816BB-3DC2-43C0-BB86-57DFE03D3E84}" sibTransId="{3377819C-9EFF-450D-B70B-750DF086ED99}"/>
    <dgm:cxn modelId="{0F68E231-3E35-46BD-A88B-D6ADBE23F81C}" type="presOf" srcId="{08171483-E768-4D8D-B566-661EE3FC59EC}" destId="{ABE6A1E5-AB6A-4C69-87A2-572907D7FA12}" srcOrd="0" destOrd="0" presId="urn:microsoft.com/office/officeart/2005/8/layout/hProcess9"/>
    <dgm:cxn modelId="{0AF0C64B-DAEC-46D0-9F1B-0178EA51EAF7}" type="presOf" srcId="{D45D318D-27C0-4C97-B474-A2616BF0F185}" destId="{25460558-4575-424C-82EE-FA0E8F93A691}" srcOrd="0" destOrd="0" presId="urn:microsoft.com/office/officeart/2005/8/layout/hProcess9"/>
    <dgm:cxn modelId="{21993D78-D97C-4CE2-8707-09747C6171EA}" srcId="{D45D318D-27C0-4C97-B474-A2616BF0F185}" destId="{FBC3D915-5900-4197-BD32-2D6EE15596DD}" srcOrd="0" destOrd="0" parTransId="{4D8D3E85-D6B8-4975-8A92-C57DFAB553B7}" sibTransId="{61E098B0-91BE-44F7-A433-8515B31908FB}"/>
    <dgm:cxn modelId="{1EF1B8BE-F85B-4689-B68F-6DD9862C9F08}" type="presOf" srcId="{F38EDF0E-28DF-429F-9A22-3E3E4CE71035}" destId="{82F98847-0587-4D0A-994F-2976A101A786}" srcOrd="0" destOrd="0" presId="urn:microsoft.com/office/officeart/2005/8/layout/hProcess9"/>
    <dgm:cxn modelId="{977D08ED-EFB4-4A31-8DA2-9D9CCEB26E36}" srcId="{D45D318D-27C0-4C97-B474-A2616BF0F185}" destId="{DD0D2EE9-B4C3-4496-A09D-BD212D9BBAD1}" srcOrd="2" destOrd="0" parTransId="{30B7AFEC-786F-4098-88F6-B834D01C4418}" sibTransId="{E42741ED-8DAD-4AF7-9C69-1420E19E24AB}"/>
    <dgm:cxn modelId="{377C55FF-BDDF-4F34-AC08-49DA3E9AACB0}" type="presParOf" srcId="{25460558-4575-424C-82EE-FA0E8F93A691}" destId="{531F20F2-0C02-4CA2-952E-7E83F942BFD4}" srcOrd="0" destOrd="0" presId="urn:microsoft.com/office/officeart/2005/8/layout/hProcess9"/>
    <dgm:cxn modelId="{03413BFE-8E5C-4802-865E-D0B1107228C7}" type="presParOf" srcId="{25460558-4575-424C-82EE-FA0E8F93A691}" destId="{37081CCA-2BBC-4751-A608-1F922325D146}" srcOrd="1" destOrd="0" presId="urn:microsoft.com/office/officeart/2005/8/layout/hProcess9"/>
    <dgm:cxn modelId="{52F63584-420D-49BB-9AD3-498262EE4B35}" type="presParOf" srcId="{37081CCA-2BBC-4751-A608-1F922325D146}" destId="{CD41A3D4-166B-42D2-B039-8293778CE105}" srcOrd="0" destOrd="0" presId="urn:microsoft.com/office/officeart/2005/8/layout/hProcess9"/>
    <dgm:cxn modelId="{F0B2A402-61E1-4AF0-8DC0-41787B899AE4}" type="presParOf" srcId="{37081CCA-2BBC-4751-A608-1F922325D146}" destId="{B7D7A13E-6FF1-493A-8969-ACC4F85880DC}" srcOrd="1" destOrd="0" presId="urn:microsoft.com/office/officeart/2005/8/layout/hProcess9"/>
    <dgm:cxn modelId="{33D4EA11-9003-4B72-A2B5-CBEB408D8B7D}" type="presParOf" srcId="{37081CCA-2BBC-4751-A608-1F922325D146}" destId="{82F98847-0587-4D0A-994F-2976A101A786}" srcOrd="2" destOrd="0" presId="urn:microsoft.com/office/officeart/2005/8/layout/hProcess9"/>
    <dgm:cxn modelId="{BD7FD9E4-5A21-42AB-BA57-20D0E8C57ECD}" type="presParOf" srcId="{37081CCA-2BBC-4751-A608-1F922325D146}" destId="{B331993C-F012-467F-AD01-E7AF86470636}" srcOrd="3" destOrd="0" presId="urn:microsoft.com/office/officeart/2005/8/layout/hProcess9"/>
    <dgm:cxn modelId="{829C3AB1-04DE-48F8-8FF6-9AB1E7D234BB}" type="presParOf" srcId="{37081CCA-2BBC-4751-A608-1F922325D146}" destId="{49E81E1C-F01B-4A7F-94C0-00B83B29056A}" srcOrd="4" destOrd="0" presId="urn:microsoft.com/office/officeart/2005/8/layout/hProcess9"/>
    <dgm:cxn modelId="{D08328C2-4131-451D-9AAF-F765E6F22124}" type="presParOf" srcId="{37081CCA-2BBC-4751-A608-1F922325D146}" destId="{3511E9E4-50DE-4686-AF9E-DE4A3B94F442}" srcOrd="5" destOrd="0" presId="urn:microsoft.com/office/officeart/2005/8/layout/hProcess9"/>
    <dgm:cxn modelId="{B1C600C0-7753-4C83-98FF-A358F482BEAD}" type="presParOf" srcId="{37081CCA-2BBC-4751-A608-1F922325D146}" destId="{ABE6A1E5-AB6A-4C69-87A2-572907D7FA12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E04931-2BFF-432F-A27D-C7C3461643B5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E2DCD8-B437-4843-86BC-E901DEA33D3F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Superconductors</a:t>
          </a:r>
        </a:p>
      </dgm:t>
    </dgm:pt>
    <dgm:pt modelId="{DE294541-3888-40BC-981B-E856A921EFC3}" type="parTrans" cxnId="{58C6B856-D488-44EE-ADD4-388928F6F2D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54192948-7364-4F1A-BDEB-F9CB9CE54E72}" type="sibTrans" cxnId="{58C6B856-D488-44EE-ADD4-388928F6F2D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6B8B7876-D89E-4C60-B126-3A4C27E8E666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Quantum processors – near absolute zero temperature</a:t>
          </a:r>
        </a:p>
      </dgm:t>
    </dgm:pt>
    <dgm:pt modelId="{0E23E7E5-0006-4028-B0BC-00040D2800BA}" type="parTrans" cxnId="{EC4F7100-EE2E-4C17-82BD-8CA2FC5EF677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719EB5CF-FAD1-4C81-AE33-A511C12905C9}" type="sibTrans" cxnId="{EC4F7100-EE2E-4C17-82BD-8CA2FC5EF677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9521150E-742E-48FD-8D95-B5A48E29E474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Superposition and Entanglement</a:t>
          </a:r>
        </a:p>
      </dgm:t>
    </dgm:pt>
    <dgm:pt modelId="{CC5BD370-6F70-48CD-9DFA-FEE05BB6EAEC}" type="parTrans" cxnId="{A0323C3B-589D-4577-A975-36F5253E56B2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8D318580-8AB6-42FE-9829-FC328D8687A8}" type="sibTrans" cxnId="{A0323C3B-589D-4577-A975-36F5253E56B2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832C6990-0CF0-4913-85CB-2C819CD6F941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Quantum information held in a state of superposition</a:t>
          </a:r>
        </a:p>
      </dgm:t>
    </dgm:pt>
    <dgm:pt modelId="{D5C4D8E5-BF5A-47F7-8243-F85771734004}" type="parTrans" cxnId="{AD2EC886-642A-4C1E-9D13-9B53CF5BBA0D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10BBE2C5-199B-451C-B604-6434F6CFD71F}" type="sibTrans" cxnId="{AD2EC886-642A-4C1E-9D13-9B53CF5BBA0D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4B82B737-0746-43A1-8DEF-945587781BB5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Entanglement – correlates behavior of two systems or two qubits</a:t>
          </a:r>
        </a:p>
      </dgm:t>
    </dgm:pt>
    <dgm:pt modelId="{75668F36-F330-4E0A-99FA-CE260439563A}" type="parTrans" cxnId="{615D4F77-0E3F-47CC-927C-C3D452B9562C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3E8FB7BA-4088-4A09-99F7-4480816E7D09}" type="sibTrans" cxnId="{615D4F77-0E3F-47CC-927C-C3D452B9562C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B193DB21-4BDA-4F74-8416-B6ABB73A83C8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Interference</a:t>
          </a:r>
        </a:p>
      </dgm:t>
    </dgm:pt>
    <dgm:pt modelId="{2B5F2289-081E-4B9F-BD6A-B4FCD2A7D33C}" type="parTrans" cxnId="{4B148850-E8C0-4D88-9C93-E53AF50C6AB1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E0E19C4B-51D3-4558-BBF5-82C25E3C4238}" type="sibTrans" cxnId="{4B148850-E8C0-4D88-9C93-E53AF50C6AB1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9D23ED74-6B82-4F4D-9AA7-02A1FF798965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Waves of probabilities</a:t>
          </a:r>
        </a:p>
      </dgm:t>
    </dgm:pt>
    <dgm:pt modelId="{9FEB8236-CFFF-4A09-9D15-58EE8C0CC1C8}" type="parTrans" cxnId="{D8932B34-668B-49E9-B8D6-B26C844092E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590E7305-A88E-4C8B-8A71-C8DA0B69ECE8}" type="sibTrans" cxnId="{D8932B34-668B-49E9-B8D6-B26C844092E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B842EDFD-F756-4EF1-A031-C3521C1C1E35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Build at peaks, cancel out at interaction of peaks and troughs</a:t>
          </a:r>
        </a:p>
      </dgm:t>
    </dgm:pt>
    <dgm:pt modelId="{6550064E-7488-4FC7-BEC3-2077CAC1B492}" type="parTrans" cxnId="{4966E5F4-FA21-4DF4-855B-BA24C60A1BED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4C948554-B291-45AC-812F-DF78376341EF}" type="sibTrans" cxnId="{4966E5F4-FA21-4DF4-855B-BA24C60A1BED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052049AA-CEE7-438D-968E-A18ADD7F32AE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Super-cooled super fluids</a:t>
          </a:r>
        </a:p>
      </dgm:t>
    </dgm:pt>
    <dgm:pt modelId="{0724C5A0-856F-46E2-97C3-52D564108D2E}" type="parTrans" cxnId="{BE126199-E938-4271-983C-BEBB5C45CAF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3DD31DDE-16B2-4802-B43F-28732BE6DD7B}" type="sibTrans" cxnId="{BE126199-E938-4271-983C-BEBB5C45CAF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CB389D11-FD85-400C-9E46-4849487AC55F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Low Temperatures </a:t>
          </a:r>
          <a:r>
            <a:rPr lang="en-US" dirty="0">
              <a:latin typeface="Constantia" panose="02030602050306030303" pitchFamily="18" charset="0"/>
              <a:sym typeface="Wingdings" panose="05000000000000000000" pitchFamily="2" charset="2"/>
            </a:rPr>
            <a:t> Superconductors</a:t>
          </a:r>
          <a:endParaRPr lang="en-US" dirty="0">
            <a:latin typeface="Constantia" panose="02030602050306030303" pitchFamily="18" charset="0"/>
          </a:endParaRPr>
        </a:p>
      </dgm:t>
    </dgm:pt>
    <dgm:pt modelId="{AB46F8F0-FCAA-4DAE-B377-ED1686E2E901}" type="parTrans" cxnId="{6379A2F0-9683-4189-BBE9-60DAB16FBDD6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E572C518-43D6-4FB3-86D1-384BC94AF155}" type="sibTrans" cxnId="{6379A2F0-9683-4189-BBE9-60DAB16FBDD6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B6650ABC-9004-465C-8DEF-E5C5927972A6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Superconducting qubits – controlled using photons</a:t>
          </a:r>
        </a:p>
      </dgm:t>
    </dgm:pt>
    <dgm:pt modelId="{2FFB14FA-DFF5-41EB-ACC4-2A9FE9242045}" type="parTrans" cxnId="{B4B09D39-F138-4CA9-9D14-057612D0E89F}">
      <dgm:prSet/>
      <dgm:spPr/>
      <dgm:t>
        <a:bodyPr/>
        <a:lstStyle/>
        <a:p>
          <a:endParaRPr lang="en-US"/>
        </a:p>
      </dgm:t>
    </dgm:pt>
    <dgm:pt modelId="{E828B848-08E4-4966-87BC-36309534A414}" type="sibTrans" cxnId="{B4B09D39-F138-4CA9-9D14-057612D0E89F}">
      <dgm:prSet/>
      <dgm:spPr/>
      <dgm:t>
        <a:bodyPr/>
        <a:lstStyle/>
        <a:p>
          <a:endParaRPr lang="en-US"/>
        </a:p>
      </dgm:t>
    </dgm:pt>
    <dgm:pt modelId="{8E3BDB0F-E5A6-4AE7-8A79-1B0BE7102B41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Amplified peak outcomes are solutions to a computation</a:t>
          </a:r>
        </a:p>
      </dgm:t>
    </dgm:pt>
    <dgm:pt modelId="{5926ED2E-AC67-4B33-AE2E-2E35EC5C4483}" type="parTrans" cxnId="{EEE444A6-FD1E-428A-891D-169EC35E5F2A}">
      <dgm:prSet/>
      <dgm:spPr/>
    </dgm:pt>
    <dgm:pt modelId="{64160E69-E12D-4F19-89B8-74960040D1D9}" type="sibTrans" cxnId="{EEE444A6-FD1E-428A-891D-169EC35E5F2A}">
      <dgm:prSet/>
      <dgm:spPr/>
    </dgm:pt>
    <dgm:pt modelId="{C059CF4D-11B9-467F-BB72-CC2FAE815080}" type="pres">
      <dgm:prSet presAssocID="{80E04931-2BFF-432F-A27D-C7C3461643B5}" presName="Name0" presStyleCnt="0">
        <dgm:presLayoutVars>
          <dgm:dir/>
          <dgm:resizeHandles val="exact"/>
        </dgm:presLayoutVars>
      </dgm:prSet>
      <dgm:spPr/>
    </dgm:pt>
    <dgm:pt modelId="{F045D011-C0F3-4D0E-A60E-87BA529C52C5}" type="pres">
      <dgm:prSet presAssocID="{0EE2DCD8-B437-4843-86BC-E901DEA33D3F}" presName="composite" presStyleCnt="0"/>
      <dgm:spPr/>
    </dgm:pt>
    <dgm:pt modelId="{D21871BC-4B78-4086-893D-DDF732A18053}" type="pres">
      <dgm:prSet presAssocID="{0EE2DCD8-B437-4843-86BC-E901DEA33D3F}" presName="imagSh" presStyleLbl="b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549EF9CA-624D-4CAD-B646-96022285A4E8}" type="pres">
      <dgm:prSet presAssocID="{0EE2DCD8-B437-4843-86BC-E901DEA33D3F}" presName="txNode" presStyleLbl="node1" presStyleIdx="0" presStyleCnt="3">
        <dgm:presLayoutVars>
          <dgm:bulletEnabled val="1"/>
        </dgm:presLayoutVars>
      </dgm:prSet>
      <dgm:spPr/>
    </dgm:pt>
    <dgm:pt modelId="{6B4C6EE1-574D-4108-B4ED-BE7F4FAA8C23}" type="pres">
      <dgm:prSet presAssocID="{54192948-7364-4F1A-BDEB-F9CB9CE54E72}" presName="sibTrans" presStyleLbl="sibTrans2D1" presStyleIdx="0" presStyleCnt="2"/>
      <dgm:spPr/>
    </dgm:pt>
    <dgm:pt modelId="{9F5F8FB0-9DAA-4979-8984-CC0226BB92E8}" type="pres">
      <dgm:prSet presAssocID="{54192948-7364-4F1A-BDEB-F9CB9CE54E72}" presName="connTx" presStyleLbl="sibTrans2D1" presStyleIdx="0" presStyleCnt="2"/>
      <dgm:spPr/>
    </dgm:pt>
    <dgm:pt modelId="{067B1BF0-7BCA-40E7-9C99-B75C646D75CE}" type="pres">
      <dgm:prSet presAssocID="{9521150E-742E-48FD-8D95-B5A48E29E474}" presName="composite" presStyleCnt="0"/>
      <dgm:spPr/>
    </dgm:pt>
    <dgm:pt modelId="{52249CE2-EF3E-4ED5-B8D8-10EAAE2D4F1A}" type="pres">
      <dgm:prSet presAssocID="{9521150E-742E-48FD-8D95-B5A48E29E474}" presName="imagSh" presStyleLbl="b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D53921B3-B3E0-41F5-9F6B-928A293AE03A}" type="pres">
      <dgm:prSet presAssocID="{9521150E-742E-48FD-8D95-B5A48E29E474}" presName="txNode" presStyleLbl="node1" presStyleIdx="1" presStyleCnt="3">
        <dgm:presLayoutVars>
          <dgm:bulletEnabled val="1"/>
        </dgm:presLayoutVars>
      </dgm:prSet>
      <dgm:spPr/>
    </dgm:pt>
    <dgm:pt modelId="{EC1B9529-6800-41CA-A79A-107B6E6A5E9B}" type="pres">
      <dgm:prSet presAssocID="{8D318580-8AB6-42FE-9829-FC328D8687A8}" presName="sibTrans" presStyleLbl="sibTrans2D1" presStyleIdx="1" presStyleCnt="2"/>
      <dgm:spPr/>
    </dgm:pt>
    <dgm:pt modelId="{6DBAC98B-4E8E-44B0-BC7A-51684DD64B7D}" type="pres">
      <dgm:prSet presAssocID="{8D318580-8AB6-42FE-9829-FC328D8687A8}" presName="connTx" presStyleLbl="sibTrans2D1" presStyleIdx="1" presStyleCnt="2"/>
      <dgm:spPr/>
    </dgm:pt>
    <dgm:pt modelId="{9391F633-C393-4089-BD74-5DE50ED864E4}" type="pres">
      <dgm:prSet presAssocID="{B193DB21-4BDA-4F74-8416-B6ABB73A83C8}" presName="composite" presStyleCnt="0"/>
      <dgm:spPr/>
    </dgm:pt>
    <dgm:pt modelId="{702B7267-C884-4BC7-941F-0CDA4AFED853}" type="pres">
      <dgm:prSet presAssocID="{B193DB21-4BDA-4F74-8416-B6ABB73A83C8}" presName="imagSh" presStyleLbl="b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</dgm:spPr>
    </dgm:pt>
    <dgm:pt modelId="{D61FA6CA-DC0E-483A-AF40-D7D8EA3BA334}" type="pres">
      <dgm:prSet presAssocID="{B193DB21-4BDA-4F74-8416-B6ABB73A83C8}" presName="txNode" presStyleLbl="node1" presStyleIdx="2" presStyleCnt="3">
        <dgm:presLayoutVars>
          <dgm:bulletEnabled val="1"/>
        </dgm:presLayoutVars>
      </dgm:prSet>
      <dgm:spPr/>
    </dgm:pt>
  </dgm:ptLst>
  <dgm:cxnLst>
    <dgm:cxn modelId="{EC4F7100-EE2E-4C17-82BD-8CA2FC5EF677}" srcId="{0EE2DCD8-B437-4843-86BC-E901DEA33D3F}" destId="{6B8B7876-D89E-4C60-B126-3A4C27E8E666}" srcOrd="0" destOrd="0" parTransId="{0E23E7E5-0006-4028-B0BC-00040D2800BA}" sibTransId="{719EB5CF-FAD1-4C81-AE33-A511C12905C9}"/>
    <dgm:cxn modelId="{FA23300C-732B-49D1-A98C-9FDD290ACB95}" type="presOf" srcId="{6B8B7876-D89E-4C60-B126-3A4C27E8E666}" destId="{549EF9CA-624D-4CAD-B646-96022285A4E8}" srcOrd="0" destOrd="1" presId="urn:microsoft.com/office/officeart/2005/8/layout/hProcess10"/>
    <dgm:cxn modelId="{0A72C112-621F-4F6B-A000-7F4F056C9AA1}" type="presOf" srcId="{8D318580-8AB6-42FE-9829-FC328D8687A8}" destId="{EC1B9529-6800-41CA-A79A-107B6E6A5E9B}" srcOrd="0" destOrd="0" presId="urn:microsoft.com/office/officeart/2005/8/layout/hProcess10"/>
    <dgm:cxn modelId="{F8AA681E-C7BC-41D6-8CDD-5711AFB51443}" type="presOf" srcId="{9521150E-742E-48FD-8D95-B5A48E29E474}" destId="{D53921B3-B3E0-41F5-9F6B-928A293AE03A}" srcOrd="0" destOrd="0" presId="urn:microsoft.com/office/officeart/2005/8/layout/hProcess10"/>
    <dgm:cxn modelId="{8EF88C1F-D825-45AC-A054-0AA47343BE46}" type="presOf" srcId="{54192948-7364-4F1A-BDEB-F9CB9CE54E72}" destId="{9F5F8FB0-9DAA-4979-8984-CC0226BB92E8}" srcOrd="1" destOrd="0" presId="urn:microsoft.com/office/officeart/2005/8/layout/hProcess10"/>
    <dgm:cxn modelId="{D8932B34-668B-49E9-B8D6-B26C844092EA}" srcId="{B193DB21-4BDA-4F74-8416-B6ABB73A83C8}" destId="{9D23ED74-6B82-4F4D-9AA7-02A1FF798965}" srcOrd="0" destOrd="0" parTransId="{9FEB8236-CFFF-4A09-9D15-58EE8C0CC1C8}" sibTransId="{590E7305-A88E-4C8B-8A71-C8DA0B69ECE8}"/>
    <dgm:cxn modelId="{B4B09D39-F138-4CA9-9D14-057612D0E89F}" srcId="{0EE2DCD8-B437-4843-86BC-E901DEA33D3F}" destId="{B6650ABC-9004-465C-8DEF-E5C5927972A6}" srcOrd="3" destOrd="0" parTransId="{2FFB14FA-DFF5-41EB-ACC4-2A9FE9242045}" sibTransId="{E828B848-08E4-4966-87BC-36309534A414}"/>
    <dgm:cxn modelId="{A0323C3B-589D-4577-A975-36F5253E56B2}" srcId="{80E04931-2BFF-432F-A27D-C7C3461643B5}" destId="{9521150E-742E-48FD-8D95-B5A48E29E474}" srcOrd="1" destOrd="0" parTransId="{CC5BD370-6F70-48CD-9DFA-FEE05BB6EAEC}" sibTransId="{8D318580-8AB6-42FE-9829-FC328D8687A8}"/>
    <dgm:cxn modelId="{B81CF05B-586B-421D-8071-AE518CAE7C87}" type="presOf" srcId="{B193DB21-4BDA-4F74-8416-B6ABB73A83C8}" destId="{D61FA6CA-DC0E-483A-AF40-D7D8EA3BA334}" srcOrd="0" destOrd="0" presId="urn:microsoft.com/office/officeart/2005/8/layout/hProcess10"/>
    <dgm:cxn modelId="{3C2A5247-0A83-42D9-8A08-4B9265BA3696}" type="presOf" srcId="{9D23ED74-6B82-4F4D-9AA7-02A1FF798965}" destId="{D61FA6CA-DC0E-483A-AF40-D7D8EA3BA334}" srcOrd="0" destOrd="1" presId="urn:microsoft.com/office/officeart/2005/8/layout/hProcess10"/>
    <dgm:cxn modelId="{4B148850-E8C0-4D88-9C93-E53AF50C6AB1}" srcId="{80E04931-2BFF-432F-A27D-C7C3461643B5}" destId="{B193DB21-4BDA-4F74-8416-B6ABB73A83C8}" srcOrd="2" destOrd="0" parTransId="{2B5F2289-081E-4B9F-BD6A-B4FCD2A7D33C}" sibTransId="{E0E19C4B-51D3-4558-BBF5-82C25E3C4238}"/>
    <dgm:cxn modelId="{58C6B856-D488-44EE-ADD4-388928F6F2D3}" srcId="{80E04931-2BFF-432F-A27D-C7C3461643B5}" destId="{0EE2DCD8-B437-4843-86BC-E901DEA33D3F}" srcOrd="0" destOrd="0" parTransId="{DE294541-3888-40BC-981B-E856A921EFC3}" sibTransId="{54192948-7364-4F1A-BDEB-F9CB9CE54E72}"/>
    <dgm:cxn modelId="{615D4F77-0E3F-47CC-927C-C3D452B9562C}" srcId="{9521150E-742E-48FD-8D95-B5A48E29E474}" destId="{4B82B737-0746-43A1-8DEF-945587781BB5}" srcOrd="1" destOrd="0" parTransId="{75668F36-F330-4E0A-99FA-CE260439563A}" sibTransId="{3E8FB7BA-4088-4A09-99F7-4480816E7D09}"/>
    <dgm:cxn modelId="{85FD985A-C40B-4648-B488-F9F0D916C59D}" type="presOf" srcId="{B842EDFD-F756-4EF1-A031-C3521C1C1E35}" destId="{D61FA6CA-DC0E-483A-AF40-D7D8EA3BA334}" srcOrd="0" destOrd="2" presId="urn:microsoft.com/office/officeart/2005/8/layout/hProcess10"/>
    <dgm:cxn modelId="{AD2EC886-642A-4C1E-9D13-9B53CF5BBA0D}" srcId="{9521150E-742E-48FD-8D95-B5A48E29E474}" destId="{832C6990-0CF0-4913-85CB-2C819CD6F941}" srcOrd="0" destOrd="0" parTransId="{D5C4D8E5-BF5A-47F7-8243-F85771734004}" sibTransId="{10BBE2C5-199B-451C-B604-6434F6CFD71F}"/>
    <dgm:cxn modelId="{826C5A8C-53A5-4420-8068-EDB9CB7B6285}" type="presOf" srcId="{4B82B737-0746-43A1-8DEF-945587781BB5}" destId="{D53921B3-B3E0-41F5-9F6B-928A293AE03A}" srcOrd="0" destOrd="2" presId="urn:microsoft.com/office/officeart/2005/8/layout/hProcess10"/>
    <dgm:cxn modelId="{1B89788F-834C-4932-BC4B-8FC7DB76D091}" type="presOf" srcId="{052049AA-CEE7-438D-968E-A18ADD7F32AE}" destId="{549EF9CA-624D-4CAD-B646-96022285A4E8}" srcOrd="0" destOrd="2" presId="urn:microsoft.com/office/officeart/2005/8/layout/hProcess10"/>
    <dgm:cxn modelId="{BE126199-E938-4271-983C-BEBB5C45CAF3}" srcId="{0EE2DCD8-B437-4843-86BC-E901DEA33D3F}" destId="{052049AA-CEE7-438D-968E-A18ADD7F32AE}" srcOrd="1" destOrd="0" parTransId="{0724C5A0-856F-46E2-97C3-52D564108D2E}" sibTransId="{3DD31DDE-16B2-4802-B43F-28732BE6DD7B}"/>
    <dgm:cxn modelId="{EEE444A6-FD1E-428A-891D-169EC35E5F2A}" srcId="{B193DB21-4BDA-4F74-8416-B6ABB73A83C8}" destId="{8E3BDB0F-E5A6-4AE7-8A79-1B0BE7102B41}" srcOrd="2" destOrd="0" parTransId="{5926ED2E-AC67-4B33-AE2E-2E35EC5C4483}" sibTransId="{64160E69-E12D-4F19-89B8-74960040D1D9}"/>
    <dgm:cxn modelId="{74A147AA-CB63-44D8-A3A5-5DD42DBFAA80}" type="presOf" srcId="{0EE2DCD8-B437-4843-86BC-E901DEA33D3F}" destId="{549EF9CA-624D-4CAD-B646-96022285A4E8}" srcOrd="0" destOrd="0" presId="urn:microsoft.com/office/officeart/2005/8/layout/hProcess10"/>
    <dgm:cxn modelId="{252BA8AB-7F98-42AE-9A10-CEA53E2B30E2}" type="presOf" srcId="{54192948-7364-4F1A-BDEB-F9CB9CE54E72}" destId="{6B4C6EE1-574D-4108-B4ED-BE7F4FAA8C23}" srcOrd="0" destOrd="0" presId="urn:microsoft.com/office/officeart/2005/8/layout/hProcess10"/>
    <dgm:cxn modelId="{C66900B1-3AD6-4109-AC89-BEA9FACD3FF5}" type="presOf" srcId="{832C6990-0CF0-4913-85CB-2C819CD6F941}" destId="{D53921B3-B3E0-41F5-9F6B-928A293AE03A}" srcOrd="0" destOrd="1" presId="urn:microsoft.com/office/officeart/2005/8/layout/hProcess10"/>
    <dgm:cxn modelId="{B6EE15CA-EA93-41F1-A5FD-7ACB656B5E01}" type="presOf" srcId="{80E04931-2BFF-432F-A27D-C7C3461643B5}" destId="{C059CF4D-11B9-467F-BB72-CC2FAE815080}" srcOrd="0" destOrd="0" presId="urn:microsoft.com/office/officeart/2005/8/layout/hProcess10"/>
    <dgm:cxn modelId="{1D1A3CD3-1489-40EB-8A4C-8A0322FF6EB3}" type="presOf" srcId="{CB389D11-FD85-400C-9E46-4849487AC55F}" destId="{549EF9CA-624D-4CAD-B646-96022285A4E8}" srcOrd="0" destOrd="3" presId="urn:microsoft.com/office/officeart/2005/8/layout/hProcess10"/>
    <dgm:cxn modelId="{046690DC-8F16-4540-8DDD-42E096583187}" type="presOf" srcId="{B6650ABC-9004-465C-8DEF-E5C5927972A6}" destId="{549EF9CA-624D-4CAD-B646-96022285A4E8}" srcOrd="0" destOrd="4" presId="urn:microsoft.com/office/officeart/2005/8/layout/hProcess10"/>
    <dgm:cxn modelId="{6379A2F0-9683-4189-BBE9-60DAB16FBDD6}" srcId="{0EE2DCD8-B437-4843-86BC-E901DEA33D3F}" destId="{CB389D11-FD85-400C-9E46-4849487AC55F}" srcOrd="2" destOrd="0" parTransId="{AB46F8F0-FCAA-4DAE-B377-ED1686E2E901}" sibTransId="{E572C518-43D6-4FB3-86D1-384BC94AF155}"/>
    <dgm:cxn modelId="{4966E5F4-FA21-4DF4-855B-BA24C60A1BED}" srcId="{B193DB21-4BDA-4F74-8416-B6ABB73A83C8}" destId="{B842EDFD-F756-4EF1-A031-C3521C1C1E35}" srcOrd="1" destOrd="0" parTransId="{6550064E-7488-4FC7-BEC3-2077CAC1B492}" sibTransId="{4C948554-B291-45AC-812F-DF78376341EF}"/>
    <dgm:cxn modelId="{EE1735F8-1844-4609-BDF2-5BF4F2BDF724}" type="presOf" srcId="{8E3BDB0F-E5A6-4AE7-8A79-1B0BE7102B41}" destId="{D61FA6CA-DC0E-483A-AF40-D7D8EA3BA334}" srcOrd="0" destOrd="3" presId="urn:microsoft.com/office/officeart/2005/8/layout/hProcess10"/>
    <dgm:cxn modelId="{E18708FF-70AB-4E56-9AA3-717B20483694}" type="presOf" srcId="{8D318580-8AB6-42FE-9829-FC328D8687A8}" destId="{6DBAC98B-4E8E-44B0-BC7A-51684DD64B7D}" srcOrd="1" destOrd="0" presId="urn:microsoft.com/office/officeart/2005/8/layout/hProcess10"/>
    <dgm:cxn modelId="{C9F0156C-CFBA-4434-AFCD-D4C680755246}" type="presParOf" srcId="{C059CF4D-11B9-467F-BB72-CC2FAE815080}" destId="{F045D011-C0F3-4D0E-A60E-87BA529C52C5}" srcOrd="0" destOrd="0" presId="urn:microsoft.com/office/officeart/2005/8/layout/hProcess10"/>
    <dgm:cxn modelId="{93A043D6-CFFF-4EF6-A854-9A0E7C660F77}" type="presParOf" srcId="{F045D011-C0F3-4D0E-A60E-87BA529C52C5}" destId="{D21871BC-4B78-4086-893D-DDF732A18053}" srcOrd="0" destOrd="0" presId="urn:microsoft.com/office/officeart/2005/8/layout/hProcess10"/>
    <dgm:cxn modelId="{DB24DBE8-930B-407B-84FC-44F6A781EF05}" type="presParOf" srcId="{F045D011-C0F3-4D0E-A60E-87BA529C52C5}" destId="{549EF9CA-624D-4CAD-B646-96022285A4E8}" srcOrd="1" destOrd="0" presId="urn:microsoft.com/office/officeart/2005/8/layout/hProcess10"/>
    <dgm:cxn modelId="{3DF5BF0D-ED8F-4C6B-8363-5C0D1E4D3E37}" type="presParOf" srcId="{C059CF4D-11B9-467F-BB72-CC2FAE815080}" destId="{6B4C6EE1-574D-4108-B4ED-BE7F4FAA8C23}" srcOrd="1" destOrd="0" presId="urn:microsoft.com/office/officeart/2005/8/layout/hProcess10"/>
    <dgm:cxn modelId="{1915FA05-FB68-4FC2-B537-8375A6227B58}" type="presParOf" srcId="{6B4C6EE1-574D-4108-B4ED-BE7F4FAA8C23}" destId="{9F5F8FB0-9DAA-4979-8984-CC0226BB92E8}" srcOrd="0" destOrd="0" presId="urn:microsoft.com/office/officeart/2005/8/layout/hProcess10"/>
    <dgm:cxn modelId="{DE825747-C7A4-4A03-956A-FC21AFAA351B}" type="presParOf" srcId="{C059CF4D-11B9-467F-BB72-CC2FAE815080}" destId="{067B1BF0-7BCA-40E7-9C99-B75C646D75CE}" srcOrd="2" destOrd="0" presId="urn:microsoft.com/office/officeart/2005/8/layout/hProcess10"/>
    <dgm:cxn modelId="{C72FFAF2-9968-4018-85D4-8E93F38D649D}" type="presParOf" srcId="{067B1BF0-7BCA-40E7-9C99-B75C646D75CE}" destId="{52249CE2-EF3E-4ED5-B8D8-10EAAE2D4F1A}" srcOrd="0" destOrd="0" presId="urn:microsoft.com/office/officeart/2005/8/layout/hProcess10"/>
    <dgm:cxn modelId="{7A3C866C-E013-4955-81BC-6053F0411863}" type="presParOf" srcId="{067B1BF0-7BCA-40E7-9C99-B75C646D75CE}" destId="{D53921B3-B3E0-41F5-9F6B-928A293AE03A}" srcOrd="1" destOrd="0" presId="urn:microsoft.com/office/officeart/2005/8/layout/hProcess10"/>
    <dgm:cxn modelId="{1EE4AB0F-6994-4A4C-8259-A9F8FD771D65}" type="presParOf" srcId="{C059CF4D-11B9-467F-BB72-CC2FAE815080}" destId="{EC1B9529-6800-41CA-A79A-107B6E6A5E9B}" srcOrd="3" destOrd="0" presId="urn:microsoft.com/office/officeart/2005/8/layout/hProcess10"/>
    <dgm:cxn modelId="{A5FE0074-F519-475F-A019-40256A8D2AA5}" type="presParOf" srcId="{EC1B9529-6800-41CA-A79A-107B6E6A5E9B}" destId="{6DBAC98B-4E8E-44B0-BC7A-51684DD64B7D}" srcOrd="0" destOrd="0" presId="urn:microsoft.com/office/officeart/2005/8/layout/hProcess10"/>
    <dgm:cxn modelId="{F9924294-DA47-4056-87E1-86F4CD886C3A}" type="presParOf" srcId="{C059CF4D-11B9-467F-BB72-CC2FAE815080}" destId="{9391F633-C393-4089-BD74-5DE50ED864E4}" srcOrd="4" destOrd="0" presId="urn:microsoft.com/office/officeart/2005/8/layout/hProcess10"/>
    <dgm:cxn modelId="{790DE87C-D5D7-44E0-8408-B9A9E75E89DB}" type="presParOf" srcId="{9391F633-C393-4089-BD74-5DE50ED864E4}" destId="{702B7267-C884-4BC7-941F-0CDA4AFED853}" srcOrd="0" destOrd="0" presId="urn:microsoft.com/office/officeart/2005/8/layout/hProcess10"/>
    <dgm:cxn modelId="{FE752D43-3290-456B-B2FF-4FEE19CFF5AF}" type="presParOf" srcId="{9391F633-C393-4089-BD74-5DE50ED864E4}" destId="{D61FA6CA-DC0E-483A-AF40-D7D8EA3BA334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5B76ED-C686-4E97-9A28-74231B4FDDD1}" type="doc">
      <dgm:prSet loTypeId="urn:microsoft.com/office/officeart/2009/3/layout/CircleRelationship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88C4F7-DD86-40E4-BA83-6838C8E845B2}">
      <dgm:prSet phldrT="[Text]" custT="1"/>
      <dgm:spPr/>
      <dgm:t>
        <a:bodyPr/>
        <a:lstStyle/>
        <a:p>
          <a:r>
            <a:rPr lang="en-US" sz="2000" b="1" dirty="0" err="1"/>
            <a:t>Decoherence</a:t>
          </a:r>
          <a:r>
            <a:rPr lang="en-US" sz="2000" b="1" dirty="0"/>
            <a:t>: Quantum systems are delicate – smallest changes are detected, and so interception of messages is nearly impossible</a:t>
          </a:r>
        </a:p>
      </dgm:t>
    </dgm:pt>
    <dgm:pt modelId="{4F4EFEB2-AE6B-4B4E-A388-E726479684C1}" type="parTrans" cxnId="{FDEC3F6B-F860-4E8B-8B14-455DBFCFBFB4}">
      <dgm:prSet/>
      <dgm:spPr/>
      <dgm:t>
        <a:bodyPr/>
        <a:lstStyle/>
        <a:p>
          <a:endParaRPr lang="en-US"/>
        </a:p>
      </dgm:t>
    </dgm:pt>
    <dgm:pt modelId="{BEE196C3-EEB3-4935-976F-A713EF603EEA}" type="sibTrans" cxnId="{FDEC3F6B-F860-4E8B-8B14-455DBFCFBFB4}">
      <dgm:prSet/>
      <dgm:spPr/>
      <dgm:t>
        <a:bodyPr/>
        <a:lstStyle/>
        <a:p>
          <a:endParaRPr lang="en-US"/>
        </a:p>
      </dgm:t>
    </dgm:pt>
    <dgm:pt modelId="{27C8F191-CB8B-4A89-9EDF-D94B6E4ADC92}">
      <dgm:prSet phldrT="[Text]" custT="1"/>
      <dgm:spPr/>
      <dgm:t>
        <a:bodyPr/>
        <a:lstStyle/>
        <a:p>
          <a:r>
            <a:rPr lang="en-US" sz="1600" b="1" dirty="0"/>
            <a:t>Quantum Key Distribution: Entangled quantum states establish secure cryptographic keys</a:t>
          </a:r>
          <a:endParaRPr lang="en-US" sz="1100" b="1" dirty="0"/>
        </a:p>
      </dgm:t>
    </dgm:pt>
    <dgm:pt modelId="{8EFDF7C7-310E-4ED5-B739-2186FB69ED8A}" type="parTrans" cxnId="{4E26289A-3825-4A9C-991F-8AB8A7EFD597}">
      <dgm:prSet/>
      <dgm:spPr/>
      <dgm:t>
        <a:bodyPr/>
        <a:lstStyle/>
        <a:p>
          <a:endParaRPr lang="en-US"/>
        </a:p>
      </dgm:t>
    </dgm:pt>
    <dgm:pt modelId="{755F5D09-ECCD-4FC5-B350-FED951F57983}" type="sibTrans" cxnId="{4E26289A-3825-4A9C-991F-8AB8A7EFD597}">
      <dgm:prSet/>
      <dgm:spPr/>
      <dgm:t>
        <a:bodyPr/>
        <a:lstStyle/>
        <a:p>
          <a:endParaRPr lang="en-US"/>
        </a:p>
      </dgm:t>
    </dgm:pt>
    <dgm:pt modelId="{AEFF5EA2-6931-4098-96C8-31AE53CB425B}">
      <dgm:prSet phldrT="[Text]" custT="1"/>
      <dgm:spPr/>
      <dgm:t>
        <a:bodyPr/>
        <a:lstStyle/>
        <a:p>
          <a:r>
            <a:rPr lang="en-US" sz="1800" b="1" dirty="0"/>
            <a:t>Quantum computing can break widely used public-key cryptography schemes</a:t>
          </a:r>
        </a:p>
      </dgm:t>
    </dgm:pt>
    <dgm:pt modelId="{AC52CE11-07EF-42A7-A67A-2231908FD231}" type="parTrans" cxnId="{2D96128D-55F5-4B46-B071-9EA8CDCA9DCD}">
      <dgm:prSet/>
      <dgm:spPr/>
      <dgm:t>
        <a:bodyPr/>
        <a:lstStyle/>
        <a:p>
          <a:endParaRPr lang="en-US"/>
        </a:p>
      </dgm:t>
    </dgm:pt>
    <dgm:pt modelId="{FB25E557-3597-4AEA-B1FC-EA99A632BFB1}" type="sibTrans" cxnId="{2D96128D-55F5-4B46-B071-9EA8CDCA9DCD}">
      <dgm:prSet/>
      <dgm:spPr/>
      <dgm:t>
        <a:bodyPr/>
        <a:lstStyle/>
        <a:p>
          <a:endParaRPr lang="en-US"/>
        </a:p>
      </dgm:t>
    </dgm:pt>
    <dgm:pt modelId="{F5AAD7B9-0A2B-4BF6-B6BC-1DFAF20CB12D}">
      <dgm:prSet phldrT="[Text]" custT="1"/>
      <dgm:spPr/>
      <dgm:t>
        <a:bodyPr/>
        <a:lstStyle/>
        <a:p>
          <a:r>
            <a:rPr lang="en-US" sz="1200" b="1" dirty="0"/>
            <a:t>Modern </a:t>
          </a:r>
          <a:r>
            <a:rPr lang="en-US" sz="1200" b="1" dirty="0" err="1"/>
            <a:t>fibre</a:t>
          </a:r>
          <a:r>
            <a:rPr lang="en-US" sz="1200" b="1" dirty="0"/>
            <a:t>-optic cables – transmit over short distances</a:t>
          </a:r>
        </a:p>
      </dgm:t>
    </dgm:pt>
    <dgm:pt modelId="{0B894242-C460-452D-BB31-64D1B5A0F9FE}" type="parTrans" cxnId="{01503AEE-C844-45DD-BDAF-60CDF6F6EB70}">
      <dgm:prSet/>
      <dgm:spPr/>
      <dgm:t>
        <a:bodyPr/>
        <a:lstStyle/>
        <a:p>
          <a:endParaRPr lang="en-US"/>
        </a:p>
      </dgm:t>
    </dgm:pt>
    <dgm:pt modelId="{437934EB-F0FE-44C7-93E2-5EF10C92DDF4}" type="sibTrans" cxnId="{01503AEE-C844-45DD-BDAF-60CDF6F6EB70}">
      <dgm:prSet/>
      <dgm:spPr/>
      <dgm:t>
        <a:bodyPr/>
        <a:lstStyle/>
        <a:p>
          <a:endParaRPr lang="en-US"/>
        </a:p>
      </dgm:t>
    </dgm:pt>
    <dgm:pt modelId="{EC323DFF-E2DA-4381-8948-5F3D2CD82207}" type="pres">
      <dgm:prSet presAssocID="{BE5B76ED-C686-4E97-9A28-74231B4FDDD1}" presName="Name0" presStyleCnt="0">
        <dgm:presLayoutVars>
          <dgm:chMax val="1"/>
          <dgm:chPref val="1"/>
        </dgm:presLayoutVars>
      </dgm:prSet>
      <dgm:spPr/>
    </dgm:pt>
    <dgm:pt modelId="{A6EEB127-C2F5-4C0D-B108-CC2B3F78F4F1}" type="pres">
      <dgm:prSet presAssocID="{B388C4F7-DD86-40E4-BA83-6838C8E845B2}" presName="Parent" presStyleLbl="node0" presStyleIdx="0" presStyleCnt="1">
        <dgm:presLayoutVars>
          <dgm:chMax val="5"/>
          <dgm:chPref val="5"/>
        </dgm:presLayoutVars>
      </dgm:prSet>
      <dgm:spPr/>
    </dgm:pt>
    <dgm:pt modelId="{8A0FF0D8-0AF7-44A4-833E-7EA23A507B5A}" type="pres">
      <dgm:prSet presAssocID="{B388C4F7-DD86-40E4-BA83-6838C8E845B2}" presName="Accent1" presStyleLbl="node1" presStyleIdx="0" presStyleCnt="15"/>
      <dgm:spPr/>
    </dgm:pt>
    <dgm:pt modelId="{F988BAF3-9DE2-4A25-84FE-B7C476401BC3}" type="pres">
      <dgm:prSet presAssocID="{B388C4F7-DD86-40E4-BA83-6838C8E845B2}" presName="Accent2" presStyleLbl="node1" presStyleIdx="1" presStyleCnt="15"/>
      <dgm:spPr/>
    </dgm:pt>
    <dgm:pt modelId="{6288D093-07AF-4EEB-B57C-FB5DA4420E30}" type="pres">
      <dgm:prSet presAssocID="{B388C4F7-DD86-40E4-BA83-6838C8E845B2}" presName="Accent3" presStyleLbl="node1" presStyleIdx="2" presStyleCnt="15"/>
      <dgm:spPr/>
    </dgm:pt>
    <dgm:pt modelId="{099685E2-34CD-4723-A342-ED2D0CA22ECA}" type="pres">
      <dgm:prSet presAssocID="{B388C4F7-DD86-40E4-BA83-6838C8E845B2}" presName="Accent4" presStyleLbl="node1" presStyleIdx="3" presStyleCnt="15"/>
      <dgm:spPr/>
    </dgm:pt>
    <dgm:pt modelId="{282F7230-9226-4387-9620-3DC67223F95C}" type="pres">
      <dgm:prSet presAssocID="{B388C4F7-DD86-40E4-BA83-6838C8E845B2}" presName="Accent5" presStyleLbl="node1" presStyleIdx="4" presStyleCnt="15"/>
      <dgm:spPr/>
    </dgm:pt>
    <dgm:pt modelId="{2682D7C4-37F7-4CA1-B102-AED7627E9C93}" type="pres">
      <dgm:prSet presAssocID="{B388C4F7-DD86-40E4-BA83-6838C8E845B2}" presName="Accent6" presStyleLbl="node1" presStyleIdx="5" presStyleCnt="15"/>
      <dgm:spPr/>
    </dgm:pt>
    <dgm:pt modelId="{CCDD2561-1FC5-4EA6-AD90-3ADAF62A41D1}" type="pres">
      <dgm:prSet presAssocID="{27C8F191-CB8B-4A89-9EDF-D94B6E4ADC92}" presName="Child1" presStyleLbl="node1" presStyleIdx="6" presStyleCnt="15" custScaleX="142765" custScaleY="142765" custLinFactNeighborX="-13611" custLinFactNeighborY="-20914">
        <dgm:presLayoutVars>
          <dgm:chMax val="0"/>
          <dgm:chPref val="0"/>
        </dgm:presLayoutVars>
      </dgm:prSet>
      <dgm:spPr/>
    </dgm:pt>
    <dgm:pt modelId="{DD36342D-1CB9-480B-9443-592ECACCB1B2}" type="pres">
      <dgm:prSet presAssocID="{27C8F191-CB8B-4A89-9EDF-D94B6E4ADC92}" presName="Accent7" presStyleCnt="0"/>
      <dgm:spPr/>
    </dgm:pt>
    <dgm:pt modelId="{2470B0FE-F3CE-48F3-AE82-73016C487D68}" type="pres">
      <dgm:prSet presAssocID="{27C8F191-CB8B-4A89-9EDF-D94B6E4ADC92}" presName="AccentHold1" presStyleLbl="node1" presStyleIdx="7" presStyleCnt="15"/>
      <dgm:spPr/>
    </dgm:pt>
    <dgm:pt modelId="{1C5C821B-7AF3-4B1C-B3FE-45A337B82741}" type="pres">
      <dgm:prSet presAssocID="{27C8F191-CB8B-4A89-9EDF-D94B6E4ADC92}" presName="Accent8" presStyleCnt="0"/>
      <dgm:spPr/>
    </dgm:pt>
    <dgm:pt modelId="{48BC9D73-B86D-4378-970E-5CD650E31618}" type="pres">
      <dgm:prSet presAssocID="{27C8F191-CB8B-4A89-9EDF-D94B6E4ADC92}" presName="AccentHold2" presStyleLbl="node1" presStyleIdx="8" presStyleCnt="15"/>
      <dgm:spPr/>
    </dgm:pt>
    <dgm:pt modelId="{EB301C3D-F1F9-4A72-AC54-827EBC1AD812}" type="pres">
      <dgm:prSet presAssocID="{AEFF5EA2-6931-4098-96C8-31AE53CB425B}" presName="Child2" presStyleLbl="node1" presStyleIdx="9" presStyleCnt="15" custScaleX="155423" custScaleY="155423" custLinFactNeighborX="22013" custLinFactNeighborY="-5070">
        <dgm:presLayoutVars>
          <dgm:chMax val="0"/>
          <dgm:chPref val="0"/>
        </dgm:presLayoutVars>
      </dgm:prSet>
      <dgm:spPr/>
    </dgm:pt>
    <dgm:pt modelId="{6B30F03A-93BA-441A-ABF4-25C2455DF7C0}" type="pres">
      <dgm:prSet presAssocID="{AEFF5EA2-6931-4098-96C8-31AE53CB425B}" presName="Accent9" presStyleCnt="0"/>
      <dgm:spPr/>
    </dgm:pt>
    <dgm:pt modelId="{0DF8FB3E-B0B0-40D8-B039-0C7B496BBA97}" type="pres">
      <dgm:prSet presAssocID="{AEFF5EA2-6931-4098-96C8-31AE53CB425B}" presName="AccentHold1" presStyleLbl="node1" presStyleIdx="10" presStyleCnt="15"/>
      <dgm:spPr/>
    </dgm:pt>
    <dgm:pt modelId="{37FA1CD0-A7DC-4E74-BDC2-224405012EB0}" type="pres">
      <dgm:prSet presAssocID="{AEFF5EA2-6931-4098-96C8-31AE53CB425B}" presName="Accent10" presStyleCnt="0"/>
      <dgm:spPr/>
    </dgm:pt>
    <dgm:pt modelId="{022614F8-042B-41CB-A6A7-8094C903EB2F}" type="pres">
      <dgm:prSet presAssocID="{AEFF5EA2-6931-4098-96C8-31AE53CB425B}" presName="AccentHold2" presStyleLbl="node1" presStyleIdx="11" presStyleCnt="15"/>
      <dgm:spPr/>
    </dgm:pt>
    <dgm:pt modelId="{BA4661A9-DFAB-468E-97BE-F29D08FF69A9}" type="pres">
      <dgm:prSet presAssocID="{AEFF5EA2-6931-4098-96C8-31AE53CB425B}" presName="Accent11" presStyleCnt="0"/>
      <dgm:spPr/>
    </dgm:pt>
    <dgm:pt modelId="{C85BB588-B4E8-4D50-9280-4D4F2686007C}" type="pres">
      <dgm:prSet presAssocID="{AEFF5EA2-6931-4098-96C8-31AE53CB425B}" presName="AccentHold3" presStyleLbl="node1" presStyleIdx="12" presStyleCnt="15"/>
      <dgm:spPr/>
    </dgm:pt>
    <dgm:pt modelId="{42A1D976-20FF-4B17-8189-675117CA19BF}" type="pres">
      <dgm:prSet presAssocID="{F5AAD7B9-0A2B-4BF6-B6BC-1DFAF20CB12D}" presName="Child3" presStyleLbl="node1" presStyleIdx="13" presStyleCnt="15">
        <dgm:presLayoutVars>
          <dgm:chMax val="0"/>
          <dgm:chPref val="0"/>
        </dgm:presLayoutVars>
      </dgm:prSet>
      <dgm:spPr/>
    </dgm:pt>
    <dgm:pt modelId="{988D293D-9BE0-4354-B3BF-935547543517}" type="pres">
      <dgm:prSet presAssocID="{F5AAD7B9-0A2B-4BF6-B6BC-1DFAF20CB12D}" presName="Accent12" presStyleCnt="0"/>
      <dgm:spPr/>
    </dgm:pt>
    <dgm:pt modelId="{D3B70899-02A3-4AF2-A594-FC836DDB0CB5}" type="pres">
      <dgm:prSet presAssocID="{F5AAD7B9-0A2B-4BF6-B6BC-1DFAF20CB12D}" presName="AccentHold1" presStyleLbl="node1" presStyleIdx="14" presStyleCnt="15"/>
      <dgm:spPr/>
    </dgm:pt>
  </dgm:ptLst>
  <dgm:cxnLst>
    <dgm:cxn modelId="{9443D217-9168-4ECF-A563-7C2F4C998EAA}" type="presOf" srcId="{27C8F191-CB8B-4A89-9EDF-D94B6E4ADC92}" destId="{CCDD2561-1FC5-4EA6-AD90-3ADAF62A41D1}" srcOrd="0" destOrd="0" presId="urn:microsoft.com/office/officeart/2009/3/layout/CircleRelationship"/>
    <dgm:cxn modelId="{16C15736-092F-43E9-8C12-74FA3086F548}" type="presOf" srcId="{F5AAD7B9-0A2B-4BF6-B6BC-1DFAF20CB12D}" destId="{42A1D976-20FF-4B17-8189-675117CA19BF}" srcOrd="0" destOrd="0" presId="urn:microsoft.com/office/officeart/2009/3/layout/CircleRelationship"/>
    <dgm:cxn modelId="{FDEC3F6B-F860-4E8B-8B14-455DBFCFBFB4}" srcId="{BE5B76ED-C686-4E97-9A28-74231B4FDDD1}" destId="{B388C4F7-DD86-40E4-BA83-6838C8E845B2}" srcOrd="0" destOrd="0" parTransId="{4F4EFEB2-AE6B-4B4E-A388-E726479684C1}" sibTransId="{BEE196C3-EEB3-4935-976F-A713EF603EEA}"/>
    <dgm:cxn modelId="{2D96128D-55F5-4B46-B071-9EA8CDCA9DCD}" srcId="{B388C4F7-DD86-40E4-BA83-6838C8E845B2}" destId="{AEFF5EA2-6931-4098-96C8-31AE53CB425B}" srcOrd="1" destOrd="0" parTransId="{AC52CE11-07EF-42A7-A67A-2231908FD231}" sibTransId="{FB25E557-3597-4AEA-B1FC-EA99A632BFB1}"/>
    <dgm:cxn modelId="{4E26289A-3825-4A9C-991F-8AB8A7EFD597}" srcId="{B388C4F7-DD86-40E4-BA83-6838C8E845B2}" destId="{27C8F191-CB8B-4A89-9EDF-D94B6E4ADC92}" srcOrd="0" destOrd="0" parTransId="{8EFDF7C7-310E-4ED5-B739-2186FB69ED8A}" sibTransId="{755F5D09-ECCD-4FC5-B350-FED951F57983}"/>
    <dgm:cxn modelId="{61F4EB9B-7EBC-4FC4-B727-C4A1C0EF0E59}" type="presOf" srcId="{AEFF5EA2-6931-4098-96C8-31AE53CB425B}" destId="{EB301C3D-F1F9-4A72-AC54-827EBC1AD812}" srcOrd="0" destOrd="0" presId="urn:microsoft.com/office/officeart/2009/3/layout/CircleRelationship"/>
    <dgm:cxn modelId="{873563D0-860F-487F-97A2-E4B8D49A3DAA}" type="presOf" srcId="{B388C4F7-DD86-40E4-BA83-6838C8E845B2}" destId="{A6EEB127-C2F5-4C0D-B108-CC2B3F78F4F1}" srcOrd="0" destOrd="0" presId="urn:microsoft.com/office/officeart/2009/3/layout/CircleRelationship"/>
    <dgm:cxn modelId="{A3AC16E3-96A0-4DCE-A502-BF3413F7EEBB}" type="presOf" srcId="{BE5B76ED-C686-4E97-9A28-74231B4FDDD1}" destId="{EC323DFF-E2DA-4381-8948-5F3D2CD82207}" srcOrd="0" destOrd="0" presId="urn:microsoft.com/office/officeart/2009/3/layout/CircleRelationship"/>
    <dgm:cxn modelId="{01503AEE-C844-45DD-BDAF-60CDF6F6EB70}" srcId="{B388C4F7-DD86-40E4-BA83-6838C8E845B2}" destId="{F5AAD7B9-0A2B-4BF6-B6BC-1DFAF20CB12D}" srcOrd="2" destOrd="0" parTransId="{0B894242-C460-452D-BB31-64D1B5A0F9FE}" sibTransId="{437934EB-F0FE-44C7-93E2-5EF10C92DDF4}"/>
    <dgm:cxn modelId="{7D45573C-4EBD-433F-BFA4-B1A529D7A12E}" type="presParOf" srcId="{EC323DFF-E2DA-4381-8948-5F3D2CD82207}" destId="{A6EEB127-C2F5-4C0D-B108-CC2B3F78F4F1}" srcOrd="0" destOrd="0" presId="urn:microsoft.com/office/officeart/2009/3/layout/CircleRelationship"/>
    <dgm:cxn modelId="{F969CC6B-49AF-4CFA-905C-5A439FA65BB3}" type="presParOf" srcId="{EC323DFF-E2DA-4381-8948-5F3D2CD82207}" destId="{8A0FF0D8-0AF7-44A4-833E-7EA23A507B5A}" srcOrd="1" destOrd="0" presId="urn:microsoft.com/office/officeart/2009/3/layout/CircleRelationship"/>
    <dgm:cxn modelId="{0B13118F-EC84-4BBC-B9D4-F016C42736A0}" type="presParOf" srcId="{EC323DFF-E2DA-4381-8948-5F3D2CD82207}" destId="{F988BAF3-9DE2-4A25-84FE-B7C476401BC3}" srcOrd="2" destOrd="0" presId="urn:microsoft.com/office/officeart/2009/3/layout/CircleRelationship"/>
    <dgm:cxn modelId="{5A4C313A-14FE-4D34-9BAF-E781C66DAB07}" type="presParOf" srcId="{EC323DFF-E2DA-4381-8948-5F3D2CD82207}" destId="{6288D093-07AF-4EEB-B57C-FB5DA4420E30}" srcOrd="3" destOrd="0" presId="urn:microsoft.com/office/officeart/2009/3/layout/CircleRelationship"/>
    <dgm:cxn modelId="{D6ACDC7E-1588-4451-A7EF-95F6F8F98E10}" type="presParOf" srcId="{EC323DFF-E2DA-4381-8948-5F3D2CD82207}" destId="{099685E2-34CD-4723-A342-ED2D0CA22ECA}" srcOrd="4" destOrd="0" presId="urn:microsoft.com/office/officeart/2009/3/layout/CircleRelationship"/>
    <dgm:cxn modelId="{BF445524-7631-46A4-A9F8-F7CB08035DDB}" type="presParOf" srcId="{EC323DFF-E2DA-4381-8948-5F3D2CD82207}" destId="{282F7230-9226-4387-9620-3DC67223F95C}" srcOrd="5" destOrd="0" presId="urn:microsoft.com/office/officeart/2009/3/layout/CircleRelationship"/>
    <dgm:cxn modelId="{218BBC07-C0B0-48B2-980B-148E51AEE23B}" type="presParOf" srcId="{EC323DFF-E2DA-4381-8948-5F3D2CD82207}" destId="{2682D7C4-37F7-4CA1-B102-AED7627E9C93}" srcOrd="6" destOrd="0" presId="urn:microsoft.com/office/officeart/2009/3/layout/CircleRelationship"/>
    <dgm:cxn modelId="{AA1E1669-BD7D-411E-94D4-913E8566F654}" type="presParOf" srcId="{EC323DFF-E2DA-4381-8948-5F3D2CD82207}" destId="{CCDD2561-1FC5-4EA6-AD90-3ADAF62A41D1}" srcOrd="7" destOrd="0" presId="urn:microsoft.com/office/officeart/2009/3/layout/CircleRelationship"/>
    <dgm:cxn modelId="{D0F07794-37F8-4175-8296-9725EA64B2E3}" type="presParOf" srcId="{EC323DFF-E2DA-4381-8948-5F3D2CD82207}" destId="{DD36342D-1CB9-480B-9443-592ECACCB1B2}" srcOrd="8" destOrd="0" presId="urn:microsoft.com/office/officeart/2009/3/layout/CircleRelationship"/>
    <dgm:cxn modelId="{8AE7B659-C31F-4F52-9686-C1ABB63B1EA9}" type="presParOf" srcId="{DD36342D-1CB9-480B-9443-592ECACCB1B2}" destId="{2470B0FE-F3CE-48F3-AE82-73016C487D68}" srcOrd="0" destOrd="0" presId="urn:microsoft.com/office/officeart/2009/3/layout/CircleRelationship"/>
    <dgm:cxn modelId="{5834BBB2-34B9-46B9-948C-3BC456B978F5}" type="presParOf" srcId="{EC323DFF-E2DA-4381-8948-5F3D2CD82207}" destId="{1C5C821B-7AF3-4B1C-B3FE-45A337B82741}" srcOrd="9" destOrd="0" presId="urn:microsoft.com/office/officeart/2009/3/layout/CircleRelationship"/>
    <dgm:cxn modelId="{639DABF8-5BDE-484F-A747-33E9F42E376F}" type="presParOf" srcId="{1C5C821B-7AF3-4B1C-B3FE-45A337B82741}" destId="{48BC9D73-B86D-4378-970E-5CD650E31618}" srcOrd="0" destOrd="0" presId="urn:microsoft.com/office/officeart/2009/3/layout/CircleRelationship"/>
    <dgm:cxn modelId="{318F3B25-56D7-4CD3-80CD-4ECF6ABE9097}" type="presParOf" srcId="{EC323DFF-E2DA-4381-8948-5F3D2CD82207}" destId="{EB301C3D-F1F9-4A72-AC54-827EBC1AD812}" srcOrd="10" destOrd="0" presId="urn:microsoft.com/office/officeart/2009/3/layout/CircleRelationship"/>
    <dgm:cxn modelId="{5F192FAF-AA29-4119-9D75-AAF74B2D984A}" type="presParOf" srcId="{EC323DFF-E2DA-4381-8948-5F3D2CD82207}" destId="{6B30F03A-93BA-441A-ABF4-25C2455DF7C0}" srcOrd="11" destOrd="0" presId="urn:microsoft.com/office/officeart/2009/3/layout/CircleRelationship"/>
    <dgm:cxn modelId="{FF4ED7F3-8BF5-4BCE-8EC2-0B8ACBB19BC4}" type="presParOf" srcId="{6B30F03A-93BA-441A-ABF4-25C2455DF7C0}" destId="{0DF8FB3E-B0B0-40D8-B039-0C7B496BBA97}" srcOrd="0" destOrd="0" presId="urn:microsoft.com/office/officeart/2009/3/layout/CircleRelationship"/>
    <dgm:cxn modelId="{89500581-5988-46A4-9DF9-3A7B84A68823}" type="presParOf" srcId="{EC323DFF-E2DA-4381-8948-5F3D2CD82207}" destId="{37FA1CD0-A7DC-4E74-BDC2-224405012EB0}" srcOrd="12" destOrd="0" presId="urn:microsoft.com/office/officeart/2009/3/layout/CircleRelationship"/>
    <dgm:cxn modelId="{7957AFA6-FEBB-441D-B867-7098C7F0D056}" type="presParOf" srcId="{37FA1CD0-A7DC-4E74-BDC2-224405012EB0}" destId="{022614F8-042B-41CB-A6A7-8094C903EB2F}" srcOrd="0" destOrd="0" presId="urn:microsoft.com/office/officeart/2009/3/layout/CircleRelationship"/>
    <dgm:cxn modelId="{93B1B3BC-398A-43F6-862B-AA461BA776D1}" type="presParOf" srcId="{EC323DFF-E2DA-4381-8948-5F3D2CD82207}" destId="{BA4661A9-DFAB-468E-97BE-F29D08FF69A9}" srcOrd="13" destOrd="0" presId="urn:microsoft.com/office/officeart/2009/3/layout/CircleRelationship"/>
    <dgm:cxn modelId="{063A3997-1101-4FAD-B1B6-AA0965152552}" type="presParOf" srcId="{BA4661A9-DFAB-468E-97BE-F29D08FF69A9}" destId="{C85BB588-B4E8-4D50-9280-4D4F2686007C}" srcOrd="0" destOrd="0" presId="urn:microsoft.com/office/officeart/2009/3/layout/CircleRelationship"/>
    <dgm:cxn modelId="{1F5543FA-5DF0-4D8E-A741-FDE7C4BF2342}" type="presParOf" srcId="{EC323DFF-E2DA-4381-8948-5F3D2CD82207}" destId="{42A1D976-20FF-4B17-8189-675117CA19BF}" srcOrd="14" destOrd="0" presId="urn:microsoft.com/office/officeart/2009/3/layout/CircleRelationship"/>
    <dgm:cxn modelId="{6541D729-F3F9-4F8C-BFB0-1EE4F9C5FED5}" type="presParOf" srcId="{EC323DFF-E2DA-4381-8948-5F3D2CD82207}" destId="{988D293D-9BE0-4354-B3BF-935547543517}" srcOrd="15" destOrd="0" presId="urn:microsoft.com/office/officeart/2009/3/layout/CircleRelationship"/>
    <dgm:cxn modelId="{5721EC1E-5875-4F0D-A2DF-502BEF2620DC}" type="presParOf" srcId="{988D293D-9BE0-4354-B3BF-935547543517}" destId="{D3B70899-02A3-4AF2-A594-FC836DDB0CB5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A803E0-133B-4447-837C-BDDB2F32165B}" type="doc">
      <dgm:prSet loTypeId="urn:microsoft.com/office/officeart/2005/8/layout/architecture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205E44-4A69-4B01-91D4-D417D2874FFB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Differential engine – 1820s – Charles Babbage</a:t>
          </a:r>
        </a:p>
        <a:p>
          <a:r>
            <a:rPr lang="en-US" dirty="0">
              <a:latin typeface="Constantia" panose="02030602050306030303" pitchFamily="18" charset="0"/>
            </a:rPr>
            <a:t>Vacuum tubes – 1904 – lead to computers being built and their capabilities used appropriately</a:t>
          </a:r>
        </a:p>
        <a:p>
          <a:r>
            <a:rPr lang="en-US" dirty="0">
              <a:latin typeface="Constantia" panose="02030602050306030303" pitchFamily="18" charset="0"/>
            </a:rPr>
            <a:t>Modern Computers – 2000s – current classical computers and supercomputers</a:t>
          </a:r>
        </a:p>
      </dgm:t>
    </dgm:pt>
    <dgm:pt modelId="{97E8BB35-9D0A-482A-8D06-BC8F2E56E095}" type="parTrans" cxnId="{4860A4B9-39C2-43A2-B6A8-E0AD14412CE0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3347DF74-3EF0-4BD4-B227-5A3BEBFEEC91}" type="sibTrans" cxnId="{4860A4B9-39C2-43A2-B6A8-E0AD14412CE0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CEB9CC4C-D2D3-4599-8F68-6DC723B93C1C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Quantum Computers replacing laptops? – science fiction currently</a:t>
          </a:r>
        </a:p>
      </dgm:t>
    </dgm:pt>
    <dgm:pt modelId="{F4D456B7-AEB5-4D32-A474-12C65755D2D0}" type="parTrans" cxnId="{82AF41B8-A98E-46D5-B8E8-C113D4CBC605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2FFF9F72-CFAD-4E98-8152-F3020F9987D1}" type="sibTrans" cxnId="{82AF41B8-A98E-46D5-B8E8-C113D4CBC605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4B8237E5-3EB0-41EC-96C2-A35818A4E994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Google’s Sycamore – computation done in 200 seconds – 1000 times faster than traditional computers</a:t>
          </a:r>
        </a:p>
      </dgm:t>
    </dgm:pt>
    <dgm:pt modelId="{2F6D9174-5CB5-4499-BA95-C094B998DEDD}" type="parTrans" cxnId="{FC8EFB75-05D7-499C-88F1-6D06AED1446E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80294632-F554-467D-ADED-BBA5C3576B93}" type="sibTrans" cxnId="{FC8EFB75-05D7-499C-88F1-6D06AED1446E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DC2991BC-D606-420C-81D4-C3004D24F74B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Power scales exponentially with the addition of every qubit</a:t>
          </a:r>
        </a:p>
      </dgm:t>
    </dgm:pt>
    <dgm:pt modelId="{BFB3D278-1784-45D1-9F54-22A9DBCE020C}" type="parTrans" cxnId="{4DB8EDD0-269A-4EBF-9308-4F172F679ED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C98BF7BA-C5D9-493B-98EA-54CE57F69A21}" type="sibTrans" cxnId="{4DB8EDD0-269A-4EBF-9308-4F172F679EDA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00C4234E-96B3-45DF-9EFC-BC6E0F36AA00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Sycamore – 70 qubits</a:t>
          </a:r>
        </a:p>
        <a:p>
          <a:r>
            <a:rPr lang="en-US" dirty="0">
              <a:latin typeface="Constantia" panose="02030602050306030303" pitchFamily="18" charset="0"/>
            </a:rPr>
            <a:t>Minimum – 50 qubits</a:t>
          </a:r>
        </a:p>
        <a:p>
          <a:r>
            <a:rPr lang="en-US" dirty="0">
              <a:latin typeface="Constantia" panose="02030602050306030303" pitchFamily="18" charset="0"/>
            </a:rPr>
            <a:t>Commercial Standpoint – 1 million qubits</a:t>
          </a:r>
        </a:p>
      </dgm:t>
    </dgm:pt>
    <dgm:pt modelId="{3FF9E676-03EF-4A5C-9C39-8EFC699CAF3F}" type="parTrans" cxnId="{815F0407-0EF5-4292-81C7-5D104CAF89A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DF6D09ED-0618-4E6B-84C6-1D71CDE64D0C}" type="sibTrans" cxnId="{815F0407-0EF5-4292-81C7-5D104CAF89A3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FE6149F4-F085-40A4-B9BC-EB0C818FBDCE}">
      <dgm:prSet phldrT="[Text]"/>
      <dgm:spPr/>
      <dgm:t>
        <a:bodyPr/>
        <a:lstStyle/>
        <a:p>
          <a:r>
            <a:rPr lang="en-US" dirty="0">
              <a:latin typeface="Constantia" panose="02030602050306030303" pitchFamily="18" charset="0"/>
            </a:rPr>
            <a:t>Neven’s Law – Double Exponential Rate</a:t>
          </a:r>
        </a:p>
      </dgm:t>
    </dgm:pt>
    <dgm:pt modelId="{C016A0AD-AC0E-4033-BDA5-8D0BAE23C663}" type="sibTrans" cxnId="{C7098AD7-FA0A-444D-A8F6-6F6B6E74345B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4A4CF427-9491-4C98-9F99-197C808CBD8D}" type="parTrans" cxnId="{C7098AD7-FA0A-444D-A8F6-6F6B6E74345B}">
      <dgm:prSet/>
      <dgm:spPr/>
      <dgm:t>
        <a:bodyPr/>
        <a:lstStyle/>
        <a:p>
          <a:endParaRPr lang="en-US">
            <a:latin typeface="Constantia" panose="02030602050306030303" pitchFamily="18" charset="0"/>
          </a:endParaRPr>
        </a:p>
      </dgm:t>
    </dgm:pt>
    <dgm:pt modelId="{303F4B54-9A7C-4FB5-A9E3-9728760243EC}" type="pres">
      <dgm:prSet presAssocID="{74A803E0-133B-4447-837C-BDDB2F32165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7AA626-CD99-49C6-842E-A63791199C75}" type="pres">
      <dgm:prSet presAssocID="{7E205E44-4A69-4B01-91D4-D417D2874FFB}" presName="vertOne" presStyleCnt="0"/>
      <dgm:spPr/>
    </dgm:pt>
    <dgm:pt modelId="{26C520CA-26F5-4862-A372-D44A026DE985}" type="pres">
      <dgm:prSet presAssocID="{7E205E44-4A69-4B01-91D4-D417D2874FFB}" presName="txOne" presStyleLbl="node0" presStyleIdx="0" presStyleCnt="1" custScaleX="100074" custLinFactNeighborX="-27302" custLinFactNeighborY="752">
        <dgm:presLayoutVars>
          <dgm:chPref val="3"/>
        </dgm:presLayoutVars>
      </dgm:prSet>
      <dgm:spPr/>
    </dgm:pt>
    <dgm:pt modelId="{63808FD0-887E-49B2-87FF-3A39EF029A69}" type="pres">
      <dgm:prSet presAssocID="{7E205E44-4A69-4B01-91D4-D417D2874FFB}" presName="parTransOne" presStyleCnt="0"/>
      <dgm:spPr/>
    </dgm:pt>
    <dgm:pt modelId="{0E0AE47A-8BFB-4D48-B4E3-78FD0F16DB3C}" type="pres">
      <dgm:prSet presAssocID="{7E205E44-4A69-4B01-91D4-D417D2874FFB}" presName="horzOne" presStyleCnt="0"/>
      <dgm:spPr/>
    </dgm:pt>
    <dgm:pt modelId="{12B69038-C78B-4B78-998D-F852D44E8FF3}" type="pres">
      <dgm:prSet presAssocID="{FE6149F4-F085-40A4-B9BC-EB0C818FBDCE}" presName="vertTwo" presStyleCnt="0"/>
      <dgm:spPr/>
    </dgm:pt>
    <dgm:pt modelId="{2B128FAB-D2F4-4061-AA76-77019A2C76DA}" type="pres">
      <dgm:prSet presAssocID="{FE6149F4-F085-40A4-B9BC-EB0C818FBDCE}" presName="txTwo" presStyleLbl="node2" presStyleIdx="0" presStyleCnt="2">
        <dgm:presLayoutVars>
          <dgm:chPref val="3"/>
        </dgm:presLayoutVars>
      </dgm:prSet>
      <dgm:spPr/>
    </dgm:pt>
    <dgm:pt modelId="{780C3C10-DCC3-48E0-925F-37FF4BDBAF09}" type="pres">
      <dgm:prSet presAssocID="{FE6149F4-F085-40A4-B9BC-EB0C818FBDCE}" presName="parTransTwo" presStyleCnt="0"/>
      <dgm:spPr/>
    </dgm:pt>
    <dgm:pt modelId="{8B6AC6A9-2355-4ACA-8BE9-A9D322C7B4C3}" type="pres">
      <dgm:prSet presAssocID="{FE6149F4-F085-40A4-B9BC-EB0C818FBDCE}" presName="horzTwo" presStyleCnt="0"/>
      <dgm:spPr/>
    </dgm:pt>
    <dgm:pt modelId="{43F45322-B05F-4107-A30E-8802CB47CE96}" type="pres">
      <dgm:prSet presAssocID="{CEB9CC4C-D2D3-4599-8F68-6DC723B93C1C}" presName="vertThree" presStyleCnt="0"/>
      <dgm:spPr/>
    </dgm:pt>
    <dgm:pt modelId="{AA0C7023-5187-4E50-8813-E458EF041B9E}" type="pres">
      <dgm:prSet presAssocID="{CEB9CC4C-D2D3-4599-8F68-6DC723B93C1C}" presName="txThree" presStyleLbl="node3" presStyleIdx="0" presStyleCnt="3">
        <dgm:presLayoutVars>
          <dgm:chPref val="3"/>
        </dgm:presLayoutVars>
      </dgm:prSet>
      <dgm:spPr/>
    </dgm:pt>
    <dgm:pt modelId="{FC3DA4D1-26BA-4559-86C8-2EA72229B5B9}" type="pres">
      <dgm:prSet presAssocID="{CEB9CC4C-D2D3-4599-8F68-6DC723B93C1C}" presName="horzThree" presStyleCnt="0"/>
      <dgm:spPr/>
    </dgm:pt>
    <dgm:pt modelId="{65F40DB6-75D7-4D13-ADA1-EC5125CE7AE2}" type="pres">
      <dgm:prSet presAssocID="{2FFF9F72-CFAD-4E98-8152-F3020F9987D1}" presName="sibSpaceThree" presStyleCnt="0"/>
      <dgm:spPr/>
    </dgm:pt>
    <dgm:pt modelId="{583E7B6E-DA3A-4C8F-B2D3-71883172D39A}" type="pres">
      <dgm:prSet presAssocID="{4B8237E5-3EB0-41EC-96C2-A35818A4E994}" presName="vertThree" presStyleCnt="0"/>
      <dgm:spPr/>
    </dgm:pt>
    <dgm:pt modelId="{26DF6DAB-A46D-48B7-9062-F8BEE95D33D4}" type="pres">
      <dgm:prSet presAssocID="{4B8237E5-3EB0-41EC-96C2-A35818A4E994}" presName="txThree" presStyleLbl="node3" presStyleIdx="1" presStyleCnt="3">
        <dgm:presLayoutVars>
          <dgm:chPref val="3"/>
        </dgm:presLayoutVars>
      </dgm:prSet>
      <dgm:spPr/>
    </dgm:pt>
    <dgm:pt modelId="{B432D9DA-7E96-4078-B996-5D0CBEB106C3}" type="pres">
      <dgm:prSet presAssocID="{4B8237E5-3EB0-41EC-96C2-A35818A4E994}" presName="horzThree" presStyleCnt="0"/>
      <dgm:spPr/>
    </dgm:pt>
    <dgm:pt modelId="{5D61EE36-D245-4F36-B1E4-CAB60F04626F}" type="pres">
      <dgm:prSet presAssocID="{C016A0AD-AC0E-4033-BDA5-8D0BAE23C663}" presName="sibSpaceTwo" presStyleCnt="0"/>
      <dgm:spPr/>
    </dgm:pt>
    <dgm:pt modelId="{2B782206-C0A2-46EC-A5E8-4338920605B0}" type="pres">
      <dgm:prSet presAssocID="{DC2991BC-D606-420C-81D4-C3004D24F74B}" presName="vertTwo" presStyleCnt="0"/>
      <dgm:spPr/>
    </dgm:pt>
    <dgm:pt modelId="{5DB01DB5-EA5E-4096-BA0C-C82D61E3C983}" type="pres">
      <dgm:prSet presAssocID="{DC2991BC-D606-420C-81D4-C3004D24F74B}" presName="txTwo" presStyleLbl="node2" presStyleIdx="1" presStyleCnt="2">
        <dgm:presLayoutVars>
          <dgm:chPref val="3"/>
        </dgm:presLayoutVars>
      </dgm:prSet>
      <dgm:spPr/>
    </dgm:pt>
    <dgm:pt modelId="{C8FE5530-9236-4A56-B8F0-44836EDE8BA8}" type="pres">
      <dgm:prSet presAssocID="{DC2991BC-D606-420C-81D4-C3004D24F74B}" presName="parTransTwo" presStyleCnt="0"/>
      <dgm:spPr/>
    </dgm:pt>
    <dgm:pt modelId="{016A37EA-919F-4172-9B51-B5066FAD13B1}" type="pres">
      <dgm:prSet presAssocID="{DC2991BC-D606-420C-81D4-C3004D24F74B}" presName="horzTwo" presStyleCnt="0"/>
      <dgm:spPr/>
    </dgm:pt>
    <dgm:pt modelId="{D312B18A-EF88-464F-97A7-D1707E438700}" type="pres">
      <dgm:prSet presAssocID="{00C4234E-96B3-45DF-9EFC-BC6E0F36AA00}" presName="vertThree" presStyleCnt="0"/>
      <dgm:spPr/>
    </dgm:pt>
    <dgm:pt modelId="{D8074A34-B4E7-419B-967D-6D2FFC021581}" type="pres">
      <dgm:prSet presAssocID="{00C4234E-96B3-45DF-9EFC-BC6E0F36AA00}" presName="txThree" presStyleLbl="node3" presStyleIdx="2" presStyleCnt="3">
        <dgm:presLayoutVars>
          <dgm:chPref val="3"/>
        </dgm:presLayoutVars>
      </dgm:prSet>
      <dgm:spPr/>
    </dgm:pt>
    <dgm:pt modelId="{84D4C18E-E14A-420A-8ADD-9497EE64C910}" type="pres">
      <dgm:prSet presAssocID="{00C4234E-96B3-45DF-9EFC-BC6E0F36AA00}" presName="horzThree" presStyleCnt="0"/>
      <dgm:spPr/>
    </dgm:pt>
  </dgm:ptLst>
  <dgm:cxnLst>
    <dgm:cxn modelId="{815F0407-0EF5-4292-81C7-5D104CAF89A3}" srcId="{DC2991BC-D606-420C-81D4-C3004D24F74B}" destId="{00C4234E-96B3-45DF-9EFC-BC6E0F36AA00}" srcOrd="0" destOrd="0" parTransId="{3FF9E676-03EF-4A5C-9C39-8EFC699CAF3F}" sibTransId="{DF6D09ED-0618-4E6B-84C6-1D71CDE64D0C}"/>
    <dgm:cxn modelId="{FC8EFB75-05D7-499C-88F1-6D06AED1446E}" srcId="{FE6149F4-F085-40A4-B9BC-EB0C818FBDCE}" destId="{4B8237E5-3EB0-41EC-96C2-A35818A4E994}" srcOrd="1" destOrd="0" parTransId="{2F6D9174-5CB5-4499-BA95-C094B998DEDD}" sibTransId="{80294632-F554-467D-ADED-BBA5C3576B93}"/>
    <dgm:cxn modelId="{48B33396-9FC6-4916-A4C6-4951AA303175}" type="presOf" srcId="{FE6149F4-F085-40A4-B9BC-EB0C818FBDCE}" destId="{2B128FAB-D2F4-4061-AA76-77019A2C76DA}" srcOrd="0" destOrd="0" presId="urn:microsoft.com/office/officeart/2005/8/layout/architecture"/>
    <dgm:cxn modelId="{6EB361A7-D742-4534-BFCF-531E1CA1CAC5}" type="presOf" srcId="{7E205E44-4A69-4B01-91D4-D417D2874FFB}" destId="{26C520CA-26F5-4862-A372-D44A026DE985}" srcOrd="0" destOrd="0" presId="urn:microsoft.com/office/officeart/2005/8/layout/architecture"/>
    <dgm:cxn modelId="{6EA893A9-CAE0-4C38-9D52-2F0BB4438F2D}" type="presOf" srcId="{4B8237E5-3EB0-41EC-96C2-A35818A4E994}" destId="{26DF6DAB-A46D-48B7-9062-F8BEE95D33D4}" srcOrd="0" destOrd="0" presId="urn:microsoft.com/office/officeart/2005/8/layout/architecture"/>
    <dgm:cxn modelId="{6FF301B5-5E34-4D4B-854C-1DF9DA954ED7}" type="presOf" srcId="{00C4234E-96B3-45DF-9EFC-BC6E0F36AA00}" destId="{D8074A34-B4E7-419B-967D-6D2FFC021581}" srcOrd="0" destOrd="0" presId="urn:microsoft.com/office/officeart/2005/8/layout/architecture"/>
    <dgm:cxn modelId="{82AF41B8-A98E-46D5-B8E8-C113D4CBC605}" srcId="{FE6149F4-F085-40A4-B9BC-EB0C818FBDCE}" destId="{CEB9CC4C-D2D3-4599-8F68-6DC723B93C1C}" srcOrd="0" destOrd="0" parTransId="{F4D456B7-AEB5-4D32-A474-12C65755D2D0}" sibTransId="{2FFF9F72-CFAD-4E98-8152-F3020F9987D1}"/>
    <dgm:cxn modelId="{4860A4B9-39C2-43A2-B6A8-E0AD14412CE0}" srcId="{74A803E0-133B-4447-837C-BDDB2F32165B}" destId="{7E205E44-4A69-4B01-91D4-D417D2874FFB}" srcOrd="0" destOrd="0" parTransId="{97E8BB35-9D0A-482A-8D06-BC8F2E56E095}" sibTransId="{3347DF74-3EF0-4BD4-B227-5A3BEBFEEC91}"/>
    <dgm:cxn modelId="{9AB4A5C2-352C-4FDC-B736-46CBC2C82D7B}" type="presOf" srcId="{DC2991BC-D606-420C-81D4-C3004D24F74B}" destId="{5DB01DB5-EA5E-4096-BA0C-C82D61E3C983}" srcOrd="0" destOrd="0" presId="urn:microsoft.com/office/officeart/2005/8/layout/architecture"/>
    <dgm:cxn modelId="{AA4B02C5-9125-4E21-B59D-A47AD589808A}" type="presOf" srcId="{74A803E0-133B-4447-837C-BDDB2F32165B}" destId="{303F4B54-9A7C-4FB5-A9E3-9728760243EC}" srcOrd="0" destOrd="0" presId="urn:microsoft.com/office/officeart/2005/8/layout/architecture"/>
    <dgm:cxn modelId="{955323CB-4B76-433B-AC37-58F28B8ADC72}" type="presOf" srcId="{CEB9CC4C-D2D3-4599-8F68-6DC723B93C1C}" destId="{AA0C7023-5187-4E50-8813-E458EF041B9E}" srcOrd="0" destOrd="0" presId="urn:microsoft.com/office/officeart/2005/8/layout/architecture"/>
    <dgm:cxn modelId="{4DB8EDD0-269A-4EBF-9308-4F172F679EDA}" srcId="{7E205E44-4A69-4B01-91D4-D417D2874FFB}" destId="{DC2991BC-D606-420C-81D4-C3004D24F74B}" srcOrd="1" destOrd="0" parTransId="{BFB3D278-1784-45D1-9F54-22A9DBCE020C}" sibTransId="{C98BF7BA-C5D9-493B-98EA-54CE57F69A21}"/>
    <dgm:cxn modelId="{C7098AD7-FA0A-444D-A8F6-6F6B6E74345B}" srcId="{7E205E44-4A69-4B01-91D4-D417D2874FFB}" destId="{FE6149F4-F085-40A4-B9BC-EB0C818FBDCE}" srcOrd="0" destOrd="0" parTransId="{4A4CF427-9491-4C98-9F99-197C808CBD8D}" sibTransId="{C016A0AD-AC0E-4033-BDA5-8D0BAE23C663}"/>
    <dgm:cxn modelId="{DDAA6850-BB07-4F42-BA65-8BD7234F015F}" type="presParOf" srcId="{303F4B54-9A7C-4FB5-A9E3-9728760243EC}" destId="{9B7AA626-CD99-49C6-842E-A63791199C75}" srcOrd="0" destOrd="0" presId="urn:microsoft.com/office/officeart/2005/8/layout/architecture"/>
    <dgm:cxn modelId="{7BBBD142-35CA-413B-821F-AFC15EFBD6D4}" type="presParOf" srcId="{9B7AA626-CD99-49C6-842E-A63791199C75}" destId="{26C520CA-26F5-4862-A372-D44A026DE985}" srcOrd="0" destOrd="0" presId="urn:microsoft.com/office/officeart/2005/8/layout/architecture"/>
    <dgm:cxn modelId="{C46277CD-FEA2-4507-90D5-59D25F353772}" type="presParOf" srcId="{9B7AA626-CD99-49C6-842E-A63791199C75}" destId="{63808FD0-887E-49B2-87FF-3A39EF029A69}" srcOrd="1" destOrd="0" presId="urn:microsoft.com/office/officeart/2005/8/layout/architecture"/>
    <dgm:cxn modelId="{94D3FEFD-B6E1-41D2-B7AB-79B28A92F53C}" type="presParOf" srcId="{9B7AA626-CD99-49C6-842E-A63791199C75}" destId="{0E0AE47A-8BFB-4D48-B4E3-78FD0F16DB3C}" srcOrd="2" destOrd="0" presId="urn:microsoft.com/office/officeart/2005/8/layout/architecture"/>
    <dgm:cxn modelId="{DCF29FF5-EE82-4954-A3EA-235C33D89CDE}" type="presParOf" srcId="{0E0AE47A-8BFB-4D48-B4E3-78FD0F16DB3C}" destId="{12B69038-C78B-4B78-998D-F852D44E8FF3}" srcOrd="0" destOrd="0" presId="urn:microsoft.com/office/officeart/2005/8/layout/architecture"/>
    <dgm:cxn modelId="{B2D7FB28-9525-498B-95B3-436F3A7605E9}" type="presParOf" srcId="{12B69038-C78B-4B78-998D-F852D44E8FF3}" destId="{2B128FAB-D2F4-4061-AA76-77019A2C76DA}" srcOrd="0" destOrd="0" presId="urn:microsoft.com/office/officeart/2005/8/layout/architecture"/>
    <dgm:cxn modelId="{AD5ED819-E53D-4860-99B9-11231EF66AC4}" type="presParOf" srcId="{12B69038-C78B-4B78-998D-F852D44E8FF3}" destId="{780C3C10-DCC3-48E0-925F-37FF4BDBAF09}" srcOrd="1" destOrd="0" presId="urn:microsoft.com/office/officeart/2005/8/layout/architecture"/>
    <dgm:cxn modelId="{9D35FA1C-8DCE-4932-A91F-2F5B7048E11E}" type="presParOf" srcId="{12B69038-C78B-4B78-998D-F852D44E8FF3}" destId="{8B6AC6A9-2355-4ACA-8BE9-A9D322C7B4C3}" srcOrd="2" destOrd="0" presId="urn:microsoft.com/office/officeart/2005/8/layout/architecture"/>
    <dgm:cxn modelId="{B624495C-DC98-451A-ACCB-D78B3E47DA18}" type="presParOf" srcId="{8B6AC6A9-2355-4ACA-8BE9-A9D322C7B4C3}" destId="{43F45322-B05F-4107-A30E-8802CB47CE96}" srcOrd="0" destOrd="0" presId="urn:microsoft.com/office/officeart/2005/8/layout/architecture"/>
    <dgm:cxn modelId="{51BD7EBB-E273-4668-9972-CA35284A9B7A}" type="presParOf" srcId="{43F45322-B05F-4107-A30E-8802CB47CE96}" destId="{AA0C7023-5187-4E50-8813-E458EF041B9E}" srcOrd="0" destOrd="0" presId="urn:microsoft.com/office/officeart/2005/8/layout/architecture"/>
    <dgm:cxn modelId="{1EAC5005-7DC3-4834-B6EB-D0518A032F20}" type="presParOf" srcId="{43F45322-B05F-4107-A30E-8802CB47CE96}" destId="{FC3DA4D1-26BA-4559-86C8-2EA72229B5B9}" srcOrd="1" destOrd="0" presId="urn:microsoft.com/office/officeart/2005/8/layout/architecture"/>
    <dgm:cxn modelId="{930FF9B7-B933-43D9-B601-60B7A01F0E28}" type="presParOf" srcId="{8B6AC6A9-2355-4ACA-8BE9-A9D322C7B4C3}" destId="{65F40DB6-75D7-4D13-ADA1-EC5125CE7AE2}" srcOrd="1" destOrd="0" presId="urn:microsoft.com/office/officeart/2005/8/layout/architecture"/>
    <dgm:cxn modelId="{DCB80BD9-DF97-4A44-A6A3-9856FE91BD27}" type="presParOf" srcId="{8B6AC6A9-2355-4ACA-8BE9-A9D322C7B4C3}" destId="{583E7B6E-DA3A-4C8F-B2D3-71883172D39A}" srcOrd="2" destOrd="0" presId="urn:microsoft.com/office/officeart/2005/8/layout/architecture"/>
    <dgm:cxn modelId="{636A9FCD-7CD0-47F4-B9E9-ED73C0125224}" type="presParOf" srcId="{583E7B6E-DA3A-4C8F-B2D3-71883172D39A}" destId="{26DF6DAB-A46D-48B7-9062-F8BEE95D33D4}" srcOrd="0" destOrd="0" presId="urn:microsoft.com/office/officeart/2005/8/layout/architecture"/>
    <dgm:cxn modelId="{C457C708-3338-44B4-B08F-5D6DBD9B0198}" type="presParOf" srcId="{583E7B6E-DA3A-4C8F-B2D3-71883172D39A}" destId="{B432D9DA-7E96-4078-B996-5D0CBEB106C3}" srcOrd="1" destOrd="0" presId="urn:microsoft.com/office/officeart/2005/8/layout/architecture"/>
    <dgm:cxn modelId="{F034EEB3-47F3-4031-A983-455A403113E5}" type="presParOf" srcId="{0E0AE47A-8BFB-4D48-B4E3-78FD0F16DB3C}" destId="{5D61EE36-D245-4F36-B1E4-CAB60F04626F}" srcOrd="1" destOrd="0" presId="urn:microsoft.com/office/officeart/2005/8/layout/architecture"/>
    <dgm:cxn modelId="{1832F9B9-B229-4605-9339-DB5F283BD87A}" type="presParOf" srcId="{0E0AE47A-8BFB-4D48-B4E3-78FD0F16DB3C}" destId="{2B782206-C0A2-46EC-A5E8-4338920605B0}" srcOrd="2" destOrd="0" presId="urn:microsoft.com/office/officeart/2005/8/layout/architecture"/>
    <dgm:cxn modelId="{687C868B-E48A-449B-8AB7-DD32E9403E54}" type="presParOf" srcId="{2B782206-C0A2-46EC-A5E8-4338920605B0}" destId="{5DB01DB5-EA5E-4096-BA0C-C82D61E3C983}" srcOrd="0" destOrd="0" presId="urn:microsoft.com/office/officeart/2005/8/layout/architecture"/>
    <dgm:cxn modelId="{E24CEC6D-9EBA-462D-BD30-872730795087}" type="presParOf" srcId="{2B782206-C0A2-46EC-A5E8-4338920605B0}" destId="{C8FE5530-9236-4A56-B8F0-44836EDE8BA8}" srcOrd="1" destOrd="0" presId="urn:microsoft.com/office/officeart/2005/8/layout/architecture"/>
    <dgm:cxn modelId="{F5224516-E3F2-43C0-90FA-9073BAA567D8}" type="presParOf" srcId="{2B782206-C0A2-46EC-A5E8-4338920605B0}" destId="{016A37EA-919F-4172-9B51-B5066FAD13B1}" srcOrd="2" destOrd="0" presId="urn:microsoft.com/office/officeart/2005/8/layout/architecture"/>
    <dgm:cxn modelId="{41D61A8B-1AC7-4277-9881-D26B95842BC9}" type="presParOf" srcId="{016A37EA-919F-4172-9B51-B5066FAD13B1}" destId="{D312B18A-EF88-464F-97A7-D1707E438700}" srcOrd="0" destOrd="0" presId="urn:microsoft.com/office/officeart/2005/8/layout/architecture"/>
    <dgm:cxn modelId="{65EF8615-F706-4F7A-8894-3D24DA8E5887}" type="presParOf" srcId="{D312B18A-EF88-464F-97A7-D1707E438700}" destId="{D8074A34-B4E7-419B-967D-6D2FFC021581}" srcOrd="0" destOrd="0" presId="urn:microsoft.com/office/officeart/2005/8/layout/architecture"/>
    <dgm:cxn modelId="{443FC52A-ECDA-4740-A005-5B882C11D912}" type="presParOf" srcId="{D312B18A-EF88-464F-97A7-D1707E438700}" destId="{84D4C18E-E14A-420A-8ADD-9497EE64C910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9C73E-531C-4013-A9ED-71ED8B133400}">
      <dsp:nvSpPr>
        <dsp:cNvPr id="0" name=""/>
        <dsp:cNvSpPr/>
      </dsp:nvSpPr>
      <dsp:spPr>
        <a:xfrm>
          <a:off x="0" y="552357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nstantia" panose="02030602050306030303" pitchFamily="18" charset="0"/>
            </a:rPr>
            <a:t>Multidisciplinary field – physics, computer science, mathematics</a:t>
          </a:r>
        </a:p>
      </dsp:txBody>
      <dsp:txXfrm>
        <a:off x="0" y="552357"/>
        <a:ext cx="2167350" cy="1300409"/>
      </dsp:txXfrm>
    </dsp:sp>
    <dsp:sp modelId="{7B5E9F4E-BA03-4845-BDE4-E0877CE7FC43}">
      <dsp:nvSpPr>
        <dsp:cNvPr id="0" name=""/>
        <dsp:cNvSpPr/>
      </dsp:nvSpPr>
      <dsp:spPr>
        <a:xfrm>
          <a:off x="2384085" y="552357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onstantia" panose="02030602050306030303" pitchFamily="18" charset="0"/>
            </a:rPr>
            <a:t>Solve complex problems</a:t>
          </a:r>
        </a:p>
      </dsp:txBody>
      <dsp:txXfrm>
        <a:off x="2384085" y="552357"/>
        <a:ext cx="2167350" cy="1300409"/>
      </dsp:txXfrm>
    </dsp:sp>
    <dsp:sp modelId="{59260034-D253-4B33-A20E-990CBED722CD}">
      <dsp:nvSpPr>
        <dsp:cNvPr id="0" name=""/>
        <dsp:cNvSpPr/>
      </dsp:nvSpPr>
      <dsp:spPr>
        <a:xfrm>
          <a:off x="4768169" y="552357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Quantum Mechanics – </a:t>
          </a:r>
          <a:r>
            <a:rPr lang="en-US" sz="1800" kern="1200" dirty="0" err="1">
              <a:latin typeface="Constantia" panose="02030602050306030303" pitchFamily="18" charset="0"/>
            </a:rPr>
            <a:t>Behaviour</a:t>
          </a:r>
          <a:r>
            <a:rPr lang="en-US" sz="1800" kern="1200" dirty="0">
              <a:latin typeface="Constantia" panose="02030602050306030303" pitchFamily="18" charset="0"/>
            </a:rPr>
            <a:t> of Particles at Microscopic Level</a:t>
          </a:r>
        </a:p>
      </dsp:txBody>
      <dsp:txXfrm>
        <a:off x="4768169" y="552357"/>
        <a:ext cx="2167350" cy="1300409"/>
      </dsp:txXfrm>
    </dsp:sp>
    <dsp:sp modelId="{1E401AB9-41B8-4272-BC3D-05E366F0418D}">
      <dsp:nvSpPr>
        <dsp:cNvPr id="0" name=""/>
        <dsp:cNvSpPr/>
      </dsp:nvSpPr>
      <dsp:spPr>
        <a:xfrm>
          <a:off x="0" y="2069502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Fundamental Unit – Qubit (similar to bit in traditional digital electronics)</a:t>
          </a:r>
        </a:p>
      </dsp:txBody>
      <dsp:txXfrm>
        <a:off x="0" y="2069502"/>
        <a:ext cx="2167350" cy="1300409"/>
      </dsp:txXfrm>
    </dsp:sp>
    <dsp:sp modelId="{B7E33A0C-1A36-4813-840C-3649D03AF4E0}">
      <dsp:nvSpPr>
        <dsp:cNvPr id="0" name=""/>
        <dsp:cNvSpPr/>
      </dsp:nvSpPr>
      <dsp:spPr>
        <a:xfrm>
          <a:off x="2384085" y="2069502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Quantum States: |0&gt; and |1&gt; - vector spaces</a:t>
          </a:r>
        </a:p>
      </dsp:txBody>
      <dsp:txXfrm>
        <a:off x="2384085" y="2069502"/>
        <a:ext cx="2167350" cy="1300409"/>
      </dsp:txXfrm>
    </dsp:sp>
    <dsp:sp modelId="{145BB0E0-8CC5-4710-BB8E-0460CFE4F7D7}">
      <dsp:nvSpPr>
        <dsp:cNvPr id="0" name=""/>
        <dsp:cNvSpPr/>
      </dsp:nvSpPr>
      <dsp:spPr>
        <a:xfrm>
          <a:off x="4768169" y="2069502"/>
          <a:ext cx="2167350" cy="1300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Can be multiplied by constants, added together to get more valid quantum states</a:t>
          </a:r>
        </a:p>
      </dsp:txBody>
      <dsp:txXfrm>
        <a:off x="4768169" y="2069502"/>
        <a:ext cx="2167350" cy="13004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F20F2-0C02-4CA2-952E-7E83F942BFD4}">
      <dsp:nvSpPr>
        <dsp:cNvPr id="0" name=""/>
        <dsp:cNvSpPr/>
      </dsp:nvSpPr>
      <dsp:spPr>
        <a:xfrm>
          <a:off x="864557" y="0"/>
          <a:ext cx="9798320" cy="478186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1A3D4-166B-42D2-B039-8293778CE105}">
      <dsp:nvSpPr>
        <dsp:cNvPr id="0" name=""/>
        <dsp:cNvSpPr/>
      </dsp:nvSpPr>
      <dsp:spPr>
        <a:xfrm>
          <a:off x="5769" y="1434558"/>
          <a:ext cx="2774915" cy="1912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onstantia" panose="02030602050306030303" pitchFamily="18" charset="0"/>
            </a:rPr>
            <a:t>Complex problems with lots of variables interacting in complicated ways– difficult for classical supercomputers to </a:t>
          </a:r>
          <a:r>
            <a:rPr lang="en-US" sz="1700" kern="1200">
              <a:latin typeface="Constantia" panose="02030602050306030303" pitchFamily="18" charset="0"/>
            </a:rPr>
            <a:t>deal with</a:t>
          </a:r>
          <a:endParaRPr lang="en-US" sz="1700" kern="1200" dirty="0">
            <a:latin typeface="Constantia" panose="02030602050306030303" pitchFamily="18" charset="0"/>
          </a:endParaRPr>
        </a:p>
      </dsp:txBody>
      <dsp:txXfrm>
        <a:off x="99141" y="1527930"/>
        <a:ext cx="2588171" cy="1726000"/>
      </dsp:txXfrm>
    </dsp:sp>
    <dsp:sp modelId="{82F98847-0587-4D0A-994F-2976A101A786}">
      <dsp:nvSpPr>
        <dsp:cNvPr id="0" name=""/>
        <dsp:cNvSpPr/>
      </dsp:nvSpPr>
      <dsp:spPr>
        <a:xfrm>
          <a:off x="2919430" y="1434558"/>
          <a:ext cx="2774915" cy="1912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onstantia" panose="02030602050306030303" pitchFamily="18" charset="0"/>
            </a:rPr>
            <a:t>Real world runs on quantum physics, so why not make computers do calculations using quantum states of qubits?</a:t>
          </a:r>
        </a:p>
      </dsp:txBody>
      <dsp:txXfrm>
        <a:off x="3012802" y="1527930"/>
        <a:ext cx="2588171" cy="1726000"/>
      </dsp:txXfrm>
    </dsp:sp>
    <dsp:sp modelId="{49E81E1C-F01B-4A7F-94C0-00B83B29056A}">
      <dsp:nvSpPr>
        <dsp:cNvPr id="0" name=""/>
        <dsp:cNvSpPr/>
      </dsp:nvSpPr>
      <dsp:spPr>
        <a:xfrm>
          <a:off x="5833090" y="1434558"/>
          <a:ext cx="2774915" cy="1912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onstantia" panose="02030602050306030303" pitchFamily="18" charset="0"/>
            </a:rPr>
            <a:t>Quantum computers – faster, more capable; create multidimensional computational spaces</a:t>
          </a:r>
        </a:p>
      </dsp:txBody>
      <dsp:txXfrm>
        <a:off x="5926462" y="1527930"/>
        <a:ext cx="2588171" cy="1726000"/>
      </dsp:txXfrm>
    </dsp:sp>
    <dsp:sp modelId="{ABE6A1E5-AB6A-4C69-87A2-572907D7FA12}">
      <dsp:nvSpPr>
        <dsp:cNvPr id="0" name=""/>
        <dsp:cNvSpPr/>
      </dsp:nvSpPr>
      <dsp:spPr>
        <a:xfrm>
          <a:off x="8746751" y="1434558"/>
          <a:ext cx="2774915" cy="1912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onstantia" panose="02030602050306030303" pitchFamily="18" charset="0"/>
            </a:rPr>
            <a:t>These computational spaces can’t be created with classical computers, making them less useful</a:t>
          </a:r>
        </a:p>
      </dsp:txBody>
      <dsp:txXfrm>
        <a:off x="8840123" y="1527930"/>
        <a:ext cx="2588171" cy="1726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871BC-4B78-4086-893D-DDF732A18053}">
      <dsp:nvSpPr>
        <dsp:cNvPr id="0" name=""/>
        <dsp:cNvSpPr/>
      </dsp:nvSpPr>
      <dsp:spPr>
        <a:xfrm>
          <a:off x="5038" y="0"/>
          <a:ext cx="2373959" cy="22810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EF9CA-624D-4CAD-B646-96022285A4E8}">
      <dsp:nvSpPr>
        <dsp:cNvPr id="0" name=""/>
        <dsp:cNvSpPr/>
      </dsp:nvSpPr>
      <dsp:spPr>
        <a:xfrm>
          <a:off x="391497" y="1368623"/>
          <a:ext cx="2373959" cy="22810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Superconductors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Quantum processors – near absolute zero temperature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Super-cooled super fluids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Low Temperatures </a:t>
          </a:r>
          <a:r>
            <a:rPr lang="en-US" sz="1400" kern="1200" dirty="0">
              <a:latin typeface="Constantia" panose="02030602050306030303" pitchFamily="18" charset="0"/>
              <a:sym typeface="Wingdings" panose="05000000000000000000" pitchFamily="2" charset="2"/>
            </a:rPr>
            <a:t> Superconductors</a:t>
          </a:r>
          <a:endParaRPr lang="en-US" sz="1400" kern="1200" dirty="0">
            <a:latin typeface="Constantia" panose="02030602050306030303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Superconducting qubits – controlled using photons</a:t>
          </a:r>
        </a:p>
      </dsp:txBody>
      <dsp:txXfrm>
        <a:off x="458306" y="1435432"/>
        <a:ext cx="2240341" cy="2147420"/>
      </dsp:txXfrm>
    </dsp:sp>
    <dsp:sp modelId="{6B4C6EE1-574D-4108-B4ED-BE7F4FAA8C23}">
      <dsp:nvSpPr>
        <dsp:cNvPr id="0" name=""/>
        <dsp:cNvSpPr/>
      </dsp:nvSpPr>
      <dsp:spPr>
        <a:xfrm>
          <a:off x="2836275" y="855304"/>
          <a:ext cx="457276" cy="5704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>
            <a:latin typeface="Constantia" panose="02030602050306030303" pitchFamily="18" charset="0"/>
          </a:endParaRPr>
        </a:p>
      </dsp:txBody>
      <dsp:txXfrm>
        <a:off x="2836275" y="969390"/>
        <a:ext cx="320093" cy="342257"/>
      </dsp:txXfrm>
    </dsp:sp>
    <dsp:sp modelId="{52249CE2-EF3E-4ED5-B8D8-10EAAE2D4F1A}">
      <dsp:nvSpPr>
        <dsp:cNvPr id="0" name=""/>
        <dsp:cNvSpPr/>
      </dsp:nvSpPr>
      <dsp:spPr>
        <a:xfrm>
          <a:off x="3685503" y="0"/>
          <a:ext cx="2373959" cy="22810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921B3-B3E0-41F5-9F6B-928A293AE03A}">
      <dsp:nvSpPr>
        <dsp:cNvPr id="0" name=""/>
        <dsp:cNvSpPr/>
      </dsp:nvSpPr>
      <dsp:spPr>
        <a:xfrm>
          <a:off x="4071962" y="1368623"/>
          <a:ext cx="2373959" cy="22810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Superposition and Entanglement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Quantum information held in a state of superposition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Entanglement – correlates behavior of two systems or two qubits</a:t>
          </a:r>
        </a:p>
      </dsp:txBody>
      <dsp:txXfrm>
        <a:off x="4138771" y="1435432"/>
        <a:ext cx="2240341" cy="2147420"/>
      </dsp:txXfrm>
    </dsp:sp>
    <dsp:sp modelId="{EC1B9529-6800-41CA-A79A-107B6E6A5E9B}">
      <dsp:nvSpPr>
        <dsp:cNvPr id="0" name=""/>
        <dsp:cNvSpPr/>
      </dsp:nvSpPr>
      <dsp:spPr>
        <a:xfrm>
          <a:off x="6516739" y="855304"/>
          <a:ext cx="457276" cy="5704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>
            <a:latin typeface="Constantia" panose="02030602050306030303" pitchFamily="18" charset="0"/>
          </a:endParaRPr>
        </a:p>
      </dsp:txBody>
      <dsp:txXfrm>
        <a:off x="6516739" y="969390"/>
        <a:ext cx="320093" cy="342257"/>
      </dsp:txXfrm>
    </dsp:sp>
    <dsp:sp modelId="{702B7267-C884-4BC7-941F-0CDA4AFED853}">
      <dsp:nvSpPr>
        <dsp:cNvPr id="0" name=""/>
        <dsp:cNvSpPr/>
      </dsp:nvSpPr>
      <dsp:spPr>
        <a:xfrm>
          <a:off x="7365968" y="0"/>
          <a:ext cx="2373959" cy="22810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FA6CA-DC0E-483A-AF40-D7D8EA3BA334}">
      <dsp:nvSpPr>
        <dsp:cNvPr id="0" name=""/>
        <dsp:cNvSpPr/>
      </dsp:nvSpPr>
      <dsp:spPr>
        <a:xfrm>
          <a:off x="7752426" y="1368623"/>
          <a:ext cx="2373959" cy="22810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onstantia" panose="02030602050306030303" pitchFamily="18" charset="0"/>
            </a:rPr>
            <a:t>Interference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Waves of probabilities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Build at peaks, cancel out at interaction of peaks and troughs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nstantia" panose="02030602050306030303" pitchFamily="18" charset="0"/>
            </a:rPr>
            <a:t>Amplified peak outcomes are solutions to a computation</a:t>
          </a:r>
        </a:p>
      </dsp:txBody>
      <dsp:txXfrm>
        <a:off x="7819235" y="1435432"/>
        <a:ext cx="2240341" cy="21474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EB127-C2F5-4C0D-B108-CC2B3F78F4F1}">
      <dsp:nvSpPr>
        <dsp:cNvPr id="0" name=""/>
        <dsp:cNvSpPr/>
      </dsp:nvSpPr>
      <dsp:spPr>
        <a:xfrm>
          <a:off x="1683467" y="328406"/>
          <a:ext cx="3887531" cy="38879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Decoherence</a:t>
          </a:r>
          <a:r>
            <a:rPr lang="en-US" sz="2000" b="1" kern="1200" dirty="0"/>
            <a:t>: Quantum systems are delicate – smallest changes are detected, and so interception of messages is nearly impossible</a:t>
          </a:r>
        </a:p>
      </dsp:txBody>
      <dsp:txXfrm>
        <a:off x="2252783" y="897786"/>
        <a:ext cx="2748899" cy="2749208"/>
      </dsp:txXfrm>
    </dsp:sp>
    <dsp:sp modelId="{8A0FF0D8-0AF7-44A4-833E-7EA23A507B5A}">
      <dsp:nvSpPr>
        <dsp:cNvPr id="0" name=""/>
        <dsp:cNvSpPr/>
      </dsp:nvSpPr>
      <dsp:spPr>
        <a:xfrm>
          <a:off x="3901951" y="151268"/>
          <a:ext cx="432213" cy="4324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88BAF3-9DE2-4A25-84FE-B7C476401BC3}">
      <dsp:nvSpPr>
        <dsp:cNvPr id="0" name=""/>
        <dsp:cNvSpPr/>
      </dsp:nvSpPr>
      <dsp:spPr>
        <a:xfrm>
          <a:off x="2878833" y="3927502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88D093-07AF-4EEB-B57C-FB5DA4420E30}">
      <dsp:nvSpPr>
        <dsp:cNvPr id="0" name=""/>
        <dsp:cNvSpPr/>
      </dsp:nvSpPr>
      <dsp:spPr>
        <a:xfrm>
          <a:off x="5821395" y="1906304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9685E2-34CD-4723-A342-ED2D0CA22ECA}">
      <dsp:nvSpPr>
        <dsp:cNvPr id="0" name=""/>
        <dsp:cNvSpPr/>
      </dsp:nvSpPr>
      <dsp:spPr>
        <a:xfrm>
          <a:off x="4323798" y="4260886"/>
          <a:ext cx="432213" cy="4324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2F7230-9226-4387-9620-3DC67223F95C}">
      <dsp:nvSpPr>
        <dsp:cNvPr id="0" name=""/>
        <dsp:cNvSpPr/>
      </dsp:nvSpPr>
      <dsp:spPr>
        <a:xfrm>
          <a:off x="2966551" y="765803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82D7C4-37F7-4CA1-B102-AED7627E9C93}">
      <dsp:nvSpPr>
        <dsp:cNvPr id="0" name=""/>
        <dsp:cNvSpPr/>
      </dsp:nvSpPr>
      <dsp:spPr>
        <a:xfrm>
          <a:off x="1980115" y="2558538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DD2561-1FC5-4EA6-AD90-3ADAF62A41D1}">
      <dsp:nvSpPr>
        <dsp:cNvPr id="0" name=""/>
        <dsp:cNvSpPr/>
      </dsp:nvSpPr>
      <dsp:spPr>
        <a:xfrm>
          <a:off x="0" y="361792"/>
          <a:ext cx="2256444" cy="22559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Quantum Key Distribution: Entangled quantum states establish secure cryptographic keys</a:t>
          </a:r>
          <a:endParaRPr lang="en-US" sz="1100" b="1" kern="1200" dirty="0"/>
        </a:p>
      </dsp:txBody>
      <dsp:txXfrm>
        <a:off x="330449" y="692165"/>
        <a:ext cx="1595546" cy="1595181"/>
      </dsp:txXfrm>
    </dsp:sp>
    <dsp:sp modelId="{2470B0FE-F3CE-48F3-AE82-73016C487D68}">
      <dsp:nvSpPr>
        <dsp:cNvPr id="0" name=""/>
        <dsp:cNvSpPr/>
      </dsp:nvSpPr>
      <dsp:spPr>
        <a:xfrm>
          <a:off x="3464953" y="779429"/>
          <a:ext cx="432213" cy="4324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C9D73-B86D-4378-970E-5CD650E31618}">
      <dsp:nvSpPr>
        <dsp:cNvPr id="0" name=""/>
        <dsp:cNvSpPr/>
      </dsp:nvSpPr>
      <dsp:spPr>
        <a:xfrm>
          <a:off x="617286" y="3073603"/>
          <a:ext cx="781493" cy="78168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301C3D-F1F9-4A72-AC54-827EBC1AD812}">
      <dsp:nvSpPr>
        <dsp:cNvPr id="0" name=""/>
        <dsp:cNvSpPr/>
      </dsp:nvSpPr>
      <dsp:spPr>
        <a:xfrm>
          <a:off x="5880450" y="-151268"/>
          <a:ext cx="2456508" cy="245594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Quantum computing can break widely used public-key cryptography schemes</a:t>
          </a:r>
        </a:p>
      </dsp:txBody>
      <dsp:txXfrm>
        <a:off x="6240197" y="208397"/>
        <a:ext cx="1737014" cy="1736615"/>
      </dsp:txXfrm>
    </dsp:sp>
    <dsp:sp modelId="{0DF8FB3E-B0B0-40D8-B039-0C7B496BBA97}">
      <dsp:nvSpPr>
        <dsp:cNvPr id="0" name=""/>
        <dsp:cNvSpPr/>
      </dsp:nvSpPr>
      <dsp:spPr>
        <a:xfrm>
          <a:off x="5264780" y="1377613"/>
          <a:ext cx="432213" cy="4324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614F8-042B-41CB-A6A7-8094C903EB2F}">
      <dsp:nvSpPr>
        <dsp:cNvPr id="0" name=""/>
        <dsp:cNvSpPr/>
      </dsp:nvSpPr>
      <dsp:spPr>
        <a:xfrm>
          <a:off x="319840" y="4003808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5BB588-B4E8-4D50-9280-4D4F2686007C}">
      <dsp:nvSpPr>
        <dsp:cNvPr id="0" name=""/>
        <dsp:cNvSpPr/>
      </dsp:nvSpPr>
      <dsp:spPr>
        <a:xfrm>
          <a:off x="3442624" y="3557782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A1D976-20FF-4B17-8189-675117CA19BF}">
      <dsp:nvSpPr>
        <dsp:cNvPr id="0" name=""/>
        <dsp:cNvSpPr/>
      </dsp:nvSpPr>
      <dsp:spPr>
        <a:xfrm>
          <a:off x="6713733" y="3018190"/>
          <a:ext cx="1580530" cy="15801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Modern </a:t>
          </a:r>
          <a:r>
            <a:rPr lang="en-US" sz="1200" b="1" kern="1200" dirty="0" err="1"/>
            <a:t>fibre</a:t>
          </a:r>
          <a:r>
            <a:rPr lang="en-US" sz="1200" b="1" kern="1200" dirty="0"/>
            <a:t>-optic cables – transmit over short distances</a:t>
          </a:r>
        </a:p>
      </dsp:txBody>
      <dsp:txXfrm>
        <a:off x="6945196" y="3249600"/>
        <a:ext cx="1117604" cy="1117348"/>
      </dsp:txXfrm>
    </dsp:sp>
    <dsp:sp modelId="{D3B70899-02A3-4AF2-A594-FC836DDB0CB5}">
      <dsp:nvSpPr>
        <dsp:cNvPr id="0" name=""/>
        <dsp:cNvSpPr/>
      </dsp:nvSpPr>
      <dsp:spPr>
        <a:xfrm>
          <a:off x="6267962" y="2962777"/>
          <a:ext cx="313394" cy="313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520CA-26F5-4862-A372-D44A026DE985}">
      <dsp:nvSpPr>
        <dsp:cNvPr id="0" name=""/>
        <dsp:cNvSpPr/>
      </dsp:nvSpPr>
      <dsp:spPr>
        <a:xfrm>
          <a:off x="0" y="3038223"/>
          <a:ext cx="10324978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tantia" panose="02030602050306030303" pitchFamily="18" charset="0"/>
            </a:rPr>
            <a:t>Differential engine – 1820s – Charles Babbage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tantia" panose="02030602050306030303" pitchFamily="18" charset="0"/>
            </a:rPr>
            <a:t>Vacuum tubes – 1904 – lead to computers being built and their capabilities used appropriately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tantia" panose="02030602050306030303" pitchFamily="18" charset="0"/>
            </a:rPr>
            <a:t>Modern Computers – 2000s – current classical computers and supercomputers</a:t>
          </a:r>
        </a:p>
      </dsp:txBody>
      <dsp:txXfrm>
        <a:off x="39264" y="3077487"/>
        <a:ext cx="10246450" cy="1262053"/>
      </dsp:txXfrm>
    </dsp:sp>
    <dsp:sp modelId="{2B128FAB-D2F4-4061-AA76-77019A2C76DA}">
      <dsp:nvSpPr>
        <dsp:cNvPr id="0" name=""/>
        <dsp:cNvSpPr/>
      </dsp:nvSpPr>
      <dsp:spPr>
        <a:xfrm>
          <a:off x="9073" y="1519112"/>
          <a:ext cx="6739608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tantia" panose="02030602050306030303" pitchFamily="18" charset="0"/>
            </a:rPr>
            <a:t>Neven’s Law – Double Exponential Rate</a:t>
          </a:r>
        </a:p>
      </dsp:txBody>
      <dsp:txXfrm>
        <a:off x="48337" y="1558376"/>
        <a:ext cx="6661080" cy="1262053"/>
      </dsp:txXfrm>
    </dsp:sp>
    <dsp:sp modelId="{AA0C7023-5187-4E50-8813-E458EF041B9E}">
      <dsp:nvSpPr>
        <dsp:cNvPr id="0" name=""/>
        <dsp:cNvSpPr/>
      </dsp:nvSpPr>
      <dsp:spPr>
        <a:xfrm>
          <a:off x="9073" y="1333"/>
          <a:ext cx="3300493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nstantia" panose="02030602050306030303" pitchFamily="18" charset="0"/>
            </a:rPr>
            <a:t>Quantum Computers replacing laptops? – science fiction currently</a:t>
          </a:r>
        </a:p>
      </dsp:txBody>
      <dsp:txXfrm>
        <a:off x="48337" y="40597"/>
        <a:ext cx="3221965" cy="1262053"/>
      </dsp:txXfrm>
    </dsp:sp>
    <dsp:sp modelId="{26DF6DAB-A46D-48B7-9062-F8BEE95D33D4}">
      <dsp:nvSpPr>
        <dsp:cNvPr id="0" name=""/>
        <dsp:cNvSpPr/>
      </dsp:nvSpPr>
      <dsp:spPr>
        <a:xfrm>
          <a:off x="3448188" y="1333"/>
          <a:ext cx="3300493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nstantia" panose="02030602050306030303" pitchFamily="18" charset="0"/>
            </a:rPr>
            <a:t>Google’s Sycamore – computation done in 200 seconds – 1000 times faster than traditional computers</a:t>
          </a:r>
        </a:p>
      </dsp:txBody>
      <dsp:txXfrm>
        <a:off x="3487452" y="40597"/>
        <a:ext cx="3221965" cy="1262053"/>
      </dsp:txXfrm>
    </dsp:sp>
    <dsp:sp modelId="{5DB01DB5-EA5E-4096-BA0C-C82D61E3C983}">
      <dsp:nvSpPr>
        <dsp:cNvPr id="0" name=""/>
        <dsp:cNvSpPr/>
      </dsp:nvSpPr>
      <dsp:spPr>
        <a:xfrm>
          <a:off x="7025923" y="1519112"/>
          <a:ext cx="3300493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tantia" panose="02030602050306030303" pitchFamily="18" charset="0"/>
            </a:rPr>
            <a:t>Power scales exponentially with the addition of every qubit</a:t>
          </a:r>
        </a:p>
      </dsp:txBody>
      <dsp:txXfrm>
        <a:off x="7065187" y="1558376"/>
        <a:ext cx="3221965" cy="1262053"/>
      </dsp:txXfrm>
    </dsp:sp>
    <dsp:sp modelId="{D8074A34-B4E7-419B-967D-6D2FFC021581}">
      <dsp:nvSpPr>
        <dsp:cNvPr id="0" name=""/>
        <dsp:cNvSpPr/>
      </dsp:nvSpPr>
      <dsp:spPr>
        <a:xfrm>
          <a:off x="7025923" y="1333"/>
          <a:ext cx="3300493" cy="13405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nstantia" panose="02030602050306030303" pitchFamily="18" charset="0"/>
            </a:rPr>
            <a:t>Sycamore – 70 qubits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nstantia" panose="02030602050306030303" pitchFamily="18" charset="0"/>
            </a:rPr>
            <a:t>Minimum – 50 qubits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nstantia" panose="02030602050306030303" pitchFamily="18" charset="0"/>
            </a:rPr>
            <a:t>Commercial Standpoint – 1 million qubits</a:t>
          </a:r>
        </a:p>
      </dsp:txBody>
      <dsp:txXfrm>
        <a:off x="7065187" y="40597"/>
        <a:ext cx="3221965" cy="1262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6.jpg"/><Relationship Id="rId10" Type="http://schemas.microsoft.com/office/2007/relationships/diagramDrawing" Target="../diagrams/drawing1.xml"/><Relationship Id="rId4" Type="http://schemas.openxmlformats.org/officeDocument/2006/relationships/image" Target="../media/image5.jp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" y="1525007"/>
            <a:ext cx="12192000" cy="2421464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Constantia" panose="02030602050306030303" pitchFamily="18" charset="0"/>
              </a:rPr>
              <a:t>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3605" y="4408111"/>
            <a:ext cx="8504809" cy="1405467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latin typeface="Constantia" panose="02030602050306030303" pitchFamily="18" charset="0"/>
              </a:rPr>
              <a:t>nature isn't classical… and if you want to make a simulation of nature, you'd better make it quantum mechanical.</a:t>
            </a:r>
          </a:p>
          <a:p>
            <a:pPr algn="ctr"/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tantia" panose="02030602050306030303" pitchFamily="18" charset="0"/>
              </a:rPr>
              <a:t>- Richard </a:t>
            </a:r>
            <a:r>
              <a:rPr lang="en-US" i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nstantia" panose="02030602050306030303" pitchFamily="18" charset="0"/>
              </a:rPr>
              <a:t>feynman</a:t>
            </a:r>
            <a:endParaRPr lang="en-US" i="1" dirty="0">
              <a:solidFill>
                <a:schemeClr val="accent1">
                  <a:lumMod val="40000"/>
                  <a:lumOff val="6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3" y="370790"/>
            <a:ext cx="7141271" cy="14562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nstantia" panose="02030602050306030303" pitchFamily="18" charset="0"/>
              </a:rPr>
              <a:t>What is Quantum Computing?</a:t>
            </a:r>
            <a:endParaRPr lang="ru-RU" sz="3200" dirty="0">
              <a:latin typeface="Constantia" panose="02030602050306030303" pitchFamily="18" charset="0"/>
            </a:endParaRPr>
          </a:p>
        </p:txBody>
      </p:sp>
      <p:pic>
        <p:nvPicPr>
          <p:cNvPr id="4" name="Picture 3" descr="satellite against the night sky">
            <a:extLst>
              <a:ext uri="{FF2B5EF4-FFF2-40B4-BE49-F238E27FC236}">
                <a16:creationId xmlns:a16="http://schemas.microsoft.com/office/drawing/2014/main" id="{D4F2268B-BB87-42FB-B84F-C145C01B49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11" r="16027" b="1"/>
          <a:stretch/>
        </p:blipFill>
        <p:spPr>
          <a:xfrm>
            <a:off x="8888133" y="4144246"/>
            <a:ext cx="3302966" cy="2717299"/>
          </a:xfrm>
          <a:custGeom>
            <a:avLst/>
            <a:gdLst>
              <a:gd name="connsiteX0" fmla="*/ 1663658 w 3039855"/>
              <a:gd name="connsiteY0" fmla="*/ 0 h 2500842"/>
              <a:gd name="connsiteX1" fmla="*/ 2947417 w 3039855"/>
              <a:gd name="connsiteY1" fmla="*/ 605417 h 2500842"/>
              <a:gd name="connsiteX2" fmla="*/ 3039855 w 3039855"/>
              <a:gd name="connsiteY2" fmla="*/ 729032 h 2500842"/>
              <a:gd name="connsiteX3" fmla="*/ 3039855 w 3039855"/>
              <a:gd name="connsiteY3" fmla="*/ 2500842 h 2500842"/>
              <a:gd name="connsiteX4" fmla="*/ 226952 w 3039855"/>
              <a:gd name="connsiteY4" fmla="*/ 2500842 h 2500842"/>
              <a:gd name="connsiteX5" fmla="*/ 155401 w 3039855"/>
              <a:gd name="connsiteY5" fmla="*/ 2366679 h 2500842"/>
              <a:gd name="connsiteX6" fmla="*/ 0 w 3039855"/>
              <a:gd name="connsiteY6" fmla="*/ 1663658 h 2500842"/>
              <a:gd name="connsiteX7" fmla="*/ 1663658 w 3039855"/>
              <a:gd name="connsiteY7" fmla="*/ 0 h 25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Freeform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 descr="abstract image of light dots">
            <a:extLst>
              <a:ext uri="{FF2B5EF4-FFF2-40B4-BE49-F238E27FC236}">
                <a16:creationId xmlns:a16="http://schemas.microsoft.com/office/drawing/2014/main" id="{FE6C54C5-D2F4-48F8-B65E-7506F07BCC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68" r="4773" b="-1"/>
          <a:stretch/>
        </p:blipFill>
        <p:spPr>
          <a:xfrm>
            <a:off x="8055588" y="-3863"/>
            <a:ext cx="4132754" cy="3445946"/>
          </a:xfrm>
          <a:custGeom>
            <a:avLst/>
            <a:gdLst>
              <a:gd name="connsiteX0" fmla="*/ 303228 w 4638368"/>
              <a:gd name="connsiteY0" fmla="*/ 0 h 3867534"/>
              <a:gd name="connsiteX1" fmla="*/ 4638368 w 4638368"/>
              <a:gd name="connsiteY1" fmla="*/ 0 h 3867534"/>
              <a:gd name="connsiteX2" fmla="*/ 4638368 w 4638368"/>
              <a:gd name="connsiteY2" fmla="*/ 2952747 h 3867534"/>
              <a:gd name="connsiteX3" fmla="*/ 4585825 w 4638368"/>
              <a:gd name="connsiteY3" fmla="*/ 3013864 h 3867534"/>
              <a:gd name="connsiteX4" fmla="*/ 2641346 w 4638368"/>
              <a:gd name="connsiteY4" fmla="*/ 3867534 h 3867534"/>
              <a:gd name="connsiteX5" fmla="*/ 0 w 4638368"/>
              <a:gd name="connsiteY5" fmla="*/ 1226188 h 3867534"/>
              <a:gd name="connsiteX6" fmla="*/ 260466 w 4638368"/>
              <a:gd name="connsiteY6" fmla="*/ 81056 h 386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945857016"/>
              </p:ext>
            </p:extLst>
          </p:nvPr>
        </p:nvGraphicFramePr>
        <p:xfrm>
          <a:off x="270610" y="1678784"/>
          <a:ext cx="6935520" cy="392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nstantia" panose="02030602050306030303" pitchFamily="18" charset="0"/>
              </a:rPr>
              <a:t>Why do we need quantum computers?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202256"/>
              </p:ext>
            </p:extLst>
          </p:nvPr>
        </p:nvGraphicFramePr>
        <p:xfrm>
          <a:off x="332282" y="1888761"/>
          <a:ext cx="11527436" cy="4781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78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55" y="609600"/>
            <a:ext cx="8554473" cy="1456267"/>
          </a:xfrm>
        </p:spPr>
        <p:txBody>
          <a:bodyPr/>
          <a:lstStyle/>
          <a:p>
            <a:r>
              <a:rPr lang="en-US" dirty="0">
                <a:latin typeface="Constantia" panose="02030602050306030303" pitchFamily="18" charset="0"/>
              </a:rPr>
              <a:t>Working of quantum computers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83623"/>
              </p:ext>
            </p:extLst>
          </p:nvPr>
        </p:nvGraphicFramePr>
        <p:xfrm>
          <a:off x="685800" y="2141538"/>
          <a:ext cx="10131425" cy="364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ight sky with mountains on the horizon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-600" y="-1226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graphicFrame>
        <p:nvGraphicFramePr>
          <p:cNvPr id="5" name="Content Placeholder 4" descr="SmartArt graphic">
            <a:extLst>
              <a:ext uri="{FF2B5EF4-FFF2-40B4-BE49-F238E27FC236}">
                <a16:creationId xmlns:a16="http://schemas.microsoft.com/office/drawing/2014/main" id="{21A182E9-AC38-4344-9247-5AB4B8F03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72805338"/>
              </p:ext>
            </p:extLst>
          </p:nvPr>
        </p:nvGraphicFramePr>
        <p:xfrm>
          <a:off x="2023672" y="1873770"/>
          <a:ext cx="8424472" cy="4542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68" y="573234"/>
            <a:ext cx="7390680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latin typeface="Constantia" panose="02030602050306030303" pitchFamily="18" charset="0"/>
              </a:rPr>
              <a:t>Quantum </a:t>
            </a:r>
            <a:r>
              <a:rPr lang="en-US" dirty="0" err="1">
                <a:latin typeface="Constantia" panose="02030602050306030303" pitchFamily="18" charset="0"/>
              </a:rPr>
              <a:t>CryptoGraphy</a:t>
            </a:r>
            <a:endParaRPr lang="en-US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710085" y="609601"/>
            <a:ext cx="8554473" cy="8763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Constantia" panose="02030602050306030303" pitchFamily="18" charset="0"/>
              </a:rPr>
              <a:t>Addressing the hype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59035399"/>
              </p:ext>
            </p:extLst>
          </p:nvPr>
        </p:nvGraphicFramePr>
        <p:xfrm>
          <a:off x="955963" y="1759528"/>
          <a:ext cx="10335491" cy="4378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333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10" y="822960"/>
            <a:ext cx="10165715" cy="5177790"/>
          </a:xfrm>
        </p:spPr>
        <p:txBody>
          <a:bodyPr>
            <a:normAutofit fontScale="90000"/>
          </a:bodyPr>
          <a:lstStyle/>
          <a:p>
            <a:r>
              <a:rPr lang="en-US" sz="8800" dirty="0">
                <a:latin typeface="Constantia" panose="02030602050306030303" pitchFamily="18" charset="0"/>
              </a:rPr>
              <a:t>Thank You</a:t>
            </a:r>
            <a:br>
              <a:rPr lang="en-US" dirty="0">
                <a:latin typeface="Constantia" panose="02030602050306030303" pitchFamily="18" charset="0"/>
              </a:rPr>
            </a:br>
            <a:br>
              <a:rPr lang="en-US" dirty="0">
                <a:latin typeface="Constantia" panose="02030602050306030303" pitchFamily="18" charset="0"/>
              </a:rPr>
            </a:br>
            <a:r>
              <a:rPr lang="en-US">
                <a:latin typeface="Constantia" panose="02030602050306030303" pitchFamily="18" charset="0"/>
              </a:rPr>
              <a:t>KabilesH </a:t>
            </a:r>
            <a:r>
              <a:rPr lang="en-US" dirty="0" err="1">
                <a:latin typeface="Constantia" panose="02030602050306030303" pitchFamily="18" charset="0"/>
              </a:rPr>
              <a:t>selvakumar</a:t>
            </a:r>
            <a:r>
              <a:rPr lang="en-US" dirty="0">
                <a:latin typeface="Constantia" panose="02030602050306030303" pitchFamily="18" charset="0"/>
              </a:rPr>
              <a:t> e - 2022506078</a:t>
            </a:r>
            <a:br>
              <a:rPr lang="en-US" dirty="0">
                <a:latin typeface="Constantia" panose="02030602050306030303" pitchFamily="18" charset="0"/>
              </a:rPr>
            </a:br>
            <a:r>
              <a:rPr lang="en-US" dirty="0" err="1">
                <a:latin typeface="Constantia" panose="02030602050306030303" pitchFamily="18" charset="0"/>
              </a:rPr>
              <a:t>yuvaraj</a:t>
            </a:r>
            <a:r>
              <a:rPr lang="en-US" dirty="0">
                <a:latin typeface="Constantia" panose="02030602050306030303" pitchFamily="18" charset="0"/>
              </a:rPr>
              <a:t> k - 2022506079</a:t>
            </a:r>
            <a:br>
              <a:rPr lang="en-US" dirty="0">
                <a:latin typeface="Constantia" panose="02030602050306030303" pitchFamily="18" charset="0"/>
              </a:rPr>
            </a:br>
            <a:r>
              <a:rPr lang="en-US" dirty="0" err="1">
                <a:latin typeface="Constantia" panose="02030602050306030303" pitchFamily="18" charset="0"/>
              </a:rPr>
              <a:t>krishnaa</a:t>
            </a:r>
            <a:r>
              <a:rPr lang="en-US" dirty="0">
                <a:latin typeface="Constantia" panose="02030602050306030303" pitchFamily="18" charset="0"/>
              </a:rPr>
              <a:t> s - 2022506104</a:t>
            </a:r>
            <a:br>
              <a:rPr lang="en-US" dirty="0">
                <a:latin typeface="Constantia" panose="02030602050306030303" pitchFamily="18" charset="0"/>
              </a:rPr>
            </a:br>
            <a:r>
              <a:rPr lang="en-US" dirty="0" err="1">
                <a:latin typeface="Constantia" panose="02030602050306030303" pitchFamily="18" charset="0"/>
              </a:rPr>
              <a:t>abdul</a:t>
            </a:r>
            <a:r>
              <a:rPr lang="en-US" dirty="0">
                <a:latin typeface="Constantia" panose="02030602050306030303" pitchFamily="18" charset="0"/>
              </a:rPr>
              <a:t> Rahman s m - 2022506311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5" ma:contentTypeDescription="Create a new document." ma:contentTypeScope="" ma:versionID="36bca6e7eac2a137d4b7090895af64d2">
  <xsd:schema xmlns:xsd="http://www.w3.org/2001/XMLSchema" xmlns:xs="http://www.w3.org/2001/XMLSchema" xmlns:p="http://schemas.microsoft.com/office/2006/metadata/properties" xmlns:ns3="9a20c320-ecff-490d-a41e-5928cf94fe95" xmlns:ns4="ec7bd5e3-f836-4b17-ad4d-d4241c412e4d" targetNamespace="http://schemas.microsoft.com/office/2006/metadata/properties" ma:root="true" ma:fieldsID="d849ae96f54e032f56fff885696bfd00" ns3:_="" ns4:_="">
    <xsd:import namespace="9a20c320-ecff-490d-a41e-5928cf94fe95"/>
    <xsd:import namespace="ec7bd5e3-f836-4b17-ad4d-d4241c412e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bd5e3-f836-4b17-ad4d-d4241c412e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12C2FA-3740-4055-BA8A-74A1458F4A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15B3C4-7FB6-414C-8C24-8862C0E6C9F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a20c320-ecff-490d-a41e-5928cf94fe95"/>
    <ds:schemaRef ds:uri="http://purl.org/dc/elements/1.1/"/>
    <ds:schemaRef ds:uri="http://schemas.microsoft.com/office/2006/metadata/properties"/>
    <ds:schemaRef ds:uri="ec7bd5e3-f836-4b17-ad4d-d4241c412e4d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E69608F-D960-4FF2-8A51-273362B64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ec7bd5e3-f836-4b17-ad4d-d4241c412e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0</TotalTime>
  <Words>403</Words>
  <Application>Microsoft Office PowerPoint</Application>
  <PresentationFormat>Widescreen</PresentationFormat>
  <Paragraphs>50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Constantia</vt:lpstr>
      <vt:lpstr>Celestial</vt:lpstr>
      <vt:lpstr>Quantum computing</vt:lpstr>
      <vt:lpstr>What is Quantum Computing?</vt:lpstr>
      <vt:lpstr>Why do we need quantum computers?</vt:lpstr>
      <vt:lpstr>Working of quantum computers</vt:lpstr>
      <vt:lpstr>Quantum CryptoGraphy</vt:lpstr>
      <vt:lpstr>PowerPoint Presentation</vt:lpstr>
      <vt:lpstr>Thank You  KabilesH selvakumar e - 2022506078 yuvaraj k - 2022506079 krishnaa s - 2022506104 abdul Rahman s m - 2022506311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2024-04-28T23:36:22Z</dcterms:created>
  <dcterms:modified xsi:type="dcterms:W3CDTF">2024-05-27T00:44:00Z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