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9" r:id="rId4"/>
  </p:sldMasterIdLst>
  <p:sldIdLst>
    <p:sldId id="256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19C355C-2B0E-417B-BABA-8D97F3AAAE64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F017B635-02B9-4B0A-973A-5D8731320079}">
      <dgm:prSet phldrT="[Text]" custT="1"/>
      <dgm:spPr/>
      <dgm:t>
        <a:bodyPr/>
        <a:lstStyle/>
        <a:p>
          <a:r>
            <a:rPr lang="en-US" sz="13800" dirty="0">
              <a:latin typeface="Maiandra GD" panose="020E0502030308020204" pitchFamily="34" charset="0"/>
            </a:rPr>
            <a:t>AC</a:t>
          </a:r>
        </a:p>
      </dgm:t>
    </dgm:pt>
    <dgm:pt modelId="{FCBB55BA-2250-4990-9976-F8E32FA1BCB3}" type="parTrans" cxnId="{DE7771BB-8C36-4E30-95DD-264844976F86}">
      <dgm:prSet/>
      <dgm:spPr/>
      <dgm:t>
        <a:bodyPr/>
        <a:lstStyle/>
        <a:p>
          <a:endParaRPr lang="en-US">
            <a:latin typeface="Monotype Corsiva" panose="03010101010201010101" pitchFamily="66" charset="0"/>
          </a:endParaRPr>
        </a:p>
      </dgm:t>
    </dgm:pt>
    <dgm:pt modelId="{08F6A426-2B34-43B8-89DA-912AD384BA41}" type="sibTrans" cxnId="{DE7771BB-8C36-4E30-95DD-264844976F86}">
      <dgm:prSet/>
      <dgm:spPr/>
      <dgm:t>
        <a:bodyPr/>
        <a:lstStyle/>
        <a:p>
          <a:endParaRPr lang="en-US">
            <a:latin typeface="Monotype Corsiva" panose="03010101010201010101" pitchFamily="66" charset="0"/>
          </a:endParaRPr>
        </a:p>
      </dgm:t>
    </dgm:pt>
    <dgm:pt modelId="{3A53348F-BA40-40E0-B8A7-2779E36A7774}">
      <dgm:prSet phldrT="[Text]" custT="1"/>
      <dgm:spPr/>
      <dgm:t>
        <a:bodyPr/>
        <a:lstStyle/>
        <a:p>
          <a:pPr algn="ctr"/>
          <a:r>
            <a:rPr lang="en-US" sz="13800" dirty="0">
              <a:latin typeface="Maiandra GD" panose="020E0502030308020204" pitchFamily="34" charset="0"/>
            </a:rPr>
            <a:t>DC</a:t>
          </a:r>
        </a:p>
      </dgm:t>
    </dgm:pt>
    <dgm:pt modelId="{12725BA1-14AA-44E8-9344-64CDE9249D69}" type="parTrans" cxnId="{117C4537-EE5A-40A4-956C-3888BADCF8AB}">
      <dgm:prSet/>
      <dgm:spPr/>
      <dgm:t>
        <a:bodyPr/>
        <a:lstStyle/>
        <a:p>
          <a:endParaRPr lang="en-US">
            <a:latin typeface="Monotype Corsiva" panose="03010101010201010101" pitchFamily="66" charset="0"/>
          </a:endParaRPr>
        </a:p>
      </dgm:t>
    </dgm:pt>
    <dgm:pt modelId="{F89AE826-60B0-4795-B791-E0BF03E353AF}" type="sibTrans" cxnId="{117C4537-EE5A-40A4-956C-3888BADCF8AB}">
      <dgm:prSet/>
      <dgm:spPr/>
      <dgm:t>
        <a:bodyPr/>
        <a:lstStyle/>
        <a:p>
          <a:endParaRPr lang="en-US">
            <a:latin typeface="Monotype Corsiva" panose="03010101010201010101" pitchFamily="66" charset="0"/>
          </a:endParaRPr>
        </a:p>
      </dgm:t>
    </dgm:pt>
    <dgm:pt modelId="{DBA49030-201D-47EB-A83A-77A238A46CFA}" type="pres">
      <dgm:prSet presAssocID="{219C355C-2B0E-417B-BABA-8D97F3AAAE64}" presName="Name0" presStyleCnt="0">
        <dgm:presLayoutVars>
          <dgm:dir/>
          <dgm:resizeHandles val="exact"/>
        </dgm:presLayoutVars>
      </dgm:prSet>
      <dgm:spPr/>
    </dgm:pt>
    <dgm:pt modelId="{5B71D8AB-16FA-4EF6-9ACE-F21DDE5BF31B}" type="pres">
      <dgm:prSet presAssocID="{F017B635-02B9-4B0A-973A-5D8731320079}" presName="node" presStyleLbl="node1" presStyleIdx="0" presStyleCnt="2" custLinFactY="-65417" custLinFactNeighborX="-411" custLinFactNeighborY="-100000">
        <dgm:presLayoutVars>
          <dgm:bulletEnabled val="1"/>
        </dgm:presLayoutVars>
      </dgm:prSet>
      <dgm:spPr/>
    </dgm:pt>
    <dgm:pt modelId="{4CA2BC58-8A74-4EC7-BBDE-A159F966B985}" type="pres">
      <dgm:prSet presAssocID="{08F6A426-2B34-43B8-89DA-912AD384BA41}" presName="sibTrans" presStyleLbl="sibTrans2D1" presStyleIdx="0" presStyleCnt="1"/>
      <dgm:spPr/>
    </dgm:pt>
    <dgm:pt modelId="{6DE09546-AAE9-4BF3-BDFB-D69BF1A014A6}" type="pres">
      <dgm:prSet presAssocID="{08F6A426-2B34-43B8-89DA-912AD384BA41}" presName="connectorText" presStyleLbl="sibTrans2D1" presStyleIdx="0" presStyleCnt="1"/>
      <dgm:spPr/>
    </dgm:pt>
    <dgm:pt modelId="{A8AF7CF9-2006-405A-9AC3-7324E512F0A1}" type="pres">
      <dgm:prSet presAssocID="{3A53348F-BA40-40E0-B8A7-2779E36A7774}" presName="node" presStyleLbl="node1" presStyleIdx="1" presStyleCnt="2">
        <dgm:presLayoutVars>
          <dgm:bulletEnabled val="1"/>
        </dgm:presLayoutVars>
      </dgm:prSet>
      <dgm:spPr/>
    </dgm:pt>
  </dgm:ptLst>
  <dgm:cxnLst>
    <dgm:cxn modelId="{DE7771BB-8C36-4E30-95DD-264844976F86}" srcId="{219C355C-2B0E-417B-BABA-8D97F3AAAE64}" destId="{F017B635-02B9-4B0A-973A-5D8731320079}" srcOrd="0" destOrd="0" parTransId="{FCBB55BA-2250-4990-9976-F8E32FA1BCB3}" sibTransId="{08F6A426-2B34-43B8-89DA-912AD384BA41}"/>
    <dgm:cxn modelId="{117C4537-EE5A-40A4-956C-3888BADCF8AB}" srcId="{219C355C-2B0E-417B-BABA-8D97F3AAAE64}" destId="{3A53348F-BA40-40E0-B8A7-2779E36A7774}" srcOrd="1" destOrd="0" parTransId="{12725BA1-14AA-44E8-9344-64CDE9249D69}" sibTransId="{F89AE826-60B0-4795-B791-E0BF03E353AF}"/>
    <dgm:cxn modelId="{2E61F0BC-F152-467A-96B4-DC2C406CCCE7}" type="presOf" srcId="{219C355C-2B0E-417B-BABA-8D97F3AAAE64}" destId="{DBA49030-201D-47EB-A83A-77A238A46CFA}" srcOrd="0" destOrd="0" presId="urn:microsoft.com/office/officeart/2005/8/layout/process1"/>
    <dgm:cxn modelId="{34B7FCDE-06B4-47DC-AEE2-4AC66DB9B647}" type="presOf" srcId="{F017B635-02B9-4B0A-973A-5D8731320079}" destId="{5B71D8AB-16FA-4EF6-9ACE-F21DDE5BF31B}" srcOrd="0" destOrd="0" presId="urn:microsoft.com/office/officeart/2005/8/layout/process1"/>
    <dgm:cxn modelId="{50DDCECC-0A74-48B1-A64E-7DA1588963BF}" type="presOf" srcId="{08F6A426-2B34-43B8-89DA-912AD384BA41}" destId="{6DE09546-AAE9-4BF3-BDFB-D69BF1A014A6}" srcOrd="1" destOrd="0" presId="urn:microsoft.com/office/officeart/2005/8/layout/process1"/>
    <dgm:cxn modelId="{07B7B3A0-2816-4B8B-9DFD-7E76175FDF99}" type="presOf" srcId="{08F6A426-2B34-43B8-89DA-912AD384BA41}" destId="{4CA2BC58-8A74-4EC7-BBDE-A159F966B985}" srcOrd="0" destOrd="0" presId="urn:microsoft.com/office/officeart/2005/8/layout/process1"/>
    <dgm:cxn modelId="{18CE4A1E-540C-4D27-82E6-D6E2916F59E0}" type="presOf" srcId="{3A53348F-BA40-40E0-B8A7-2779E36A7774}" destId="{A8AF7CF9-2006-405A-9AC3-7324E512F0A1}" srcOrd="0" destOrd="0" presId="urn:microsoft.com/office/officeart/2005/8/layout/process1"/>
    <dgm:cxn modelId="{6AEF7FF2-6F95-46BA-88A6-A8E24C0A90A2}" type="presParOf" srcId="{DBA49030-201D-47EB-A83A-77A238A46CFA}" destId="{5B71D8AB-16FA-4EF6-9ACE-F21DDE5BF31B}" srcOrd="0" destOrd="0" presId="urn:microsoft.com/office/officeart/2005/8/layout/process1"/>
    <dgm:cxn modelId="{2CF6C5B9-F22E-4BB2-AF7C-65D20B39EE06}" type="presParOf" srcId="{DBA49030-201D-47EB-A83A-77A238A46CFA}" destId="{4CA2BC58-8A74-4EC7-BBDE-A159F966B985}" srcOrd="1" destOrd="0" presId="urn:microsoft.com/office/officeart/2005/8/layout/process1"/>
    <dgm:cxn modelId="{13573489-0381-463B-8E48-359F30C45541}" type="presParOf" srcId="{4CA2BC58-8A74-4EC7-BBDE-A159F966B985}" destId="{6DE09546-AAE9-4BF3-BDFB-D69BF1A014A6}" srcOrd="0" destOrd="0" presId="urn:microsoft.com/office/officeart/2005/8/layout/process1"/>
    <dgm:cxn modelId="{C64760BF-C4B4-4FFC-BD9C-64BE3C82CFFC}" type="presParOf" srcId="{DBA49030-201D-47EB-A83A-77A238A46CFA}" destId="{A8AF7CF9-2006-405A-9AC3-7324E512F0A1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6FAC219-5577-4E7C-955F-8680FE9AEC01}" type="doc">
      <dgm:prSet loTypeId="urn:microsoft.com/office/officeart/2005/8/layout/hierarchy1" loCatId="hierarchy" qsTypeId="urn:microsoft.com/office/officeart/2005/8/quickstyle/3d3" qsCatId="3D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CCE94488-2BB6-4685-8B98-4F0C7CACBFEE}">
      <dgm:prSet phldrT="[Text]" custT="1"/>
      <dgm:spPr/>
      <dgm:t>
        <a:bodyPr/>
        <a:lstStyle/>
        <a:p>
          <a:r>
            <a:rPr lang="en-US" sz="2000" dirty="0">
              <a:latin typeface="Maiandra GD" panose="020E0502030308020204" pitchFamily="34" charset="0"/>
            </a:rPr>
            <a:t>Rectifiers</a:t>
          </a:r>
        </a:p>
      </dgm:t>
    </dgm:pt>
    <dgm:pt modelId="{DE7F649F-1FE0-4B0A-8043-A6BB6598E240}" type="parTrans" cxnId="{00AC3B9C-1052-4700-9EA0-3CE1777811C4}">
      <dgm:prSet/>
      <dgm:spPr/>
      <dgm:t>
        <a:bodyPr/>
        <a:lstStyle/>
        <a:p>
          <a:endParaRPr lang="en-US" sz="2000">
            <a:latin typeface="Maiandra GD" panose="020E0502030308020204" pitchFamily="34" charset="0"/>
          </a:endParaRPr>
        </a:p>
      </dgm:t>
    </dgm:pt>
    <dgm:pt modelId="{2E1DD459-EB34-4F60-9D66-95CCA0CF6ACB}" type="sibTrans" cxnId="{00AC3B9C-1052-4700-9EA0-3CE1777811C4}">
      <dgm:prSet/>
      <dgm:spPr/>
      <dgm:t>
        <a:bodyPr/>
        <a:lstStyle/>
        <a:p>
          <a:endParaRPr lang="en-US" sz="2000">
            <a:latin typeface="Maiandra GD" panose="020E0502030308020204" pitchFamily="34" charset="0"/>
          </a:endParaRPr>
        </a:p>
      </dgm:t>
    </dgm:pt>
    <dgm:pt modelId="{F85BD0F5-A96B-46E8-99DF-C7D2AC28CC04}">
      <dgm:prSet phldrT="[Text]" custT="1"/>
      <dgm:spPr/>
      <dgm:t>
        <a:bodyPr/>
        <a:lstStyle/>
        <a:p>
          <a:r>
            <a:rPr lang="en-US" sz="2000" dirty="0">
              <a:latin typeface="Maiandra GD" panose="020E0502030308020204" pitchFamily="34" charset="0"/>
            </a:rPr>
            <a:t>Uncontrolled</a:t>
          </a:r>
        </a:p>
      </dgm:t>
    </dgm:pt>
    <dgm:pt modelId="{65FCE696-DF82-42EB-B61B-5C2735A75FFC}" type="parTrans" cxnId="{0FAD8767-B568-4BE5-9A5B-3BBDBA09EBEB}">
      <dgm:prSet/>
      <dgm:spPr/>
      <dgm:t>
        <a:bodyPr/>
        <a:lstStyle/>
        <a:p>
          <a:endParaRPr lang="en-US" sz="2000">
            <a:latin typeface="Maiandra GD" panose="020E0502030308020204" pitchFamily="34" charset="0"/>
          </a:endParaRPr>
        </a:p>
      </dgm:t>
    </dgm:pt>
    <dgm:pt modelId="{1F7589FB-9C58-49BB-93F7-9AC7B6D53934}" type="sibTrans" cxnId="{0FAD8767-B568-4BE5-9A5B-3BBDBA09EBEB}">
      <dgm:prSet/>
      <dgm:spPr/>
      <dgm:t>
        <a:bodyPr/>
        <a:lstStyle/>
        <a:p>
          <a:endParaRPr lang="en-US" sz="2000">
            <a:latin typeface="Maiandra GD" panose="020E0502030308020204" pitchFamily="34" charset="0"/>
          </a:endParaRPr>
        </a:p>
      </dgm:t>
    </dgm:pt>
    <dgm:pt modelId="{05901A30-5B71-4321-84C1-7AE5DD630E2E}">
      <dgm:prSet phldrT="[Text]" custT="1"/>
      <dgm:spPr/>
      <dgm:t>
        <a:bodyPr/>
        <a:lstStyle/>
        <a:p>
          <a:r>
            <a:rPr lang="en-US" sz="2000" dirty="0">
              <a:latin typeface="Maiandra GD" panose="020E0502030308020204" pitchFamily="34" charset="0"/>
            </a:rPr>
            <a:t>Half-Wave</a:t>
          </a:r>
        </a:p>
      </dgm:t>
    </dgm:pt>
    <dgm:pt modelId="{E5A91014-DE76-4537-9C01-D8B454AFD974}" type="parTrans" cxnId="{EC146E9C-EA46-4B7E-904F-2A74D0FD32E3}">
      <dgm:prSet/>
      <dgm:spPr/>
      <dgm:t>
        <a:bodyPr/>
        <a:lstStyle/>
        <a:p>
          <a:endParaRPr lang="en-US" sz="2000">
            <a:latin typeface="Maiandra GD" panose="020E0502030308020204" pitchFamily="34" charset="0"/>
          </a:endParaRPr>
        </a:p>
      </dgm:t>
    </dgm:pt>
    <dgm:pt modelId="{2C83E20B-54E8-4D8E-BE3E-1A899695257F}" type="sibTrans" cxnId="{EC146E9C-EA46-4B7E-904F-2A74D0FD32E3}">
      <dgm:prSet/>
      <dgm:spPr/>
      <dgm:t>
        <a:bodyPr/>
        <a:lstStyle/>
        <a:p>
          <a:endParaRPr lang="en-US" sz="2000">
            <a:latin typeface="Maiandra GD" panose="020E0502030308020204" pitchFamily="34" charset="0"/>
          </a:endParaRPr>
        </a:p>
      </dgm:t>
    </dgm:pt>
    <dgm:pt modelId="{FDAB0127-6EB0-4127-8CFC-6B68F627A735}">
      <dgm:prSet phldrT="[Text]" custT="1"/>
      <dgm:spPr/>
      <dgm:t>
        <a:bodyPr/>
        <a:lstStyle/>
        <a:p>
          <a:r>
            <a:rPr lang="en-US" sz="2000" dirty="0">
              <a:latin typeface="Maiandra GD" panose="020E0502030308020204" pitchFamily="34" charset="0"/>
            </a:rPr>
            <a:t>Full-Wave</a:t>
          </a:r>
        </a:p>
      </dgm:t>
    </dgm:pt>
    <dgm:pt modelId="{B2D1DDF1-C730-4F65-8B27-B3C5EED2C2B9}" type="parTrans" cxnId="{34DC8727-46E9-47F2-A7EF-AE884D04516F}">
      <dgm:prSet/>
      <dgm:spPr/>
      <dgm:t>
        <a:bodyPr/>
        <a:lstStyle/>
        <a:p>
          <a:endParaRPr lang="en-US" sz="2000">
            <a:latin typeface="Maiandra GD" panose="020E0502030308020204" pitchFamily="34" charset="0"/>
          </a:endParaRPr>
        </a:p>
      </dgm:t>
    </dgm:pt>
    <dgm:pt modelId="{375FC37D-898C-4273-9608-5AACE5975794}" type="sibTrans" cxnId="{34DC8727-46E9-47F2-A7EF-AE884D04516F}">
      <dgm:prSet/>
      <dgm:spPr/>
      <dgm:t>
        <a:bodyPr/>
        <a:lstStyle/>
        <a:p>
          <a:endParaRPr lang="en-US" sz="2000">
            <a:latin typeface="Maiandra GD" panose="020E0502030308020204" pitchFamily="34" charset="0"/>
          </a:endParaRPr>
        </a:p>
      </dgm:t>
    </dgm:pt>
    <dgm:pt modelId="{6C065443-26BB-4DB8-A4FD-F07D91B98943}">
      <dgm:prSet phldrT="[Text]" custT="1"/>
      <dgm:spPr/>
      <dgm:t>
        <a:bodyPr/>
        <a:lstStyle/>
        <a:p>
          <a:r>
            <a:rPr lang="en-US" sz="2000" dirty="0">
              <a:latin typeface="Maiandra GD" panose="020E0502030308020204" pitchFamily="34" charset="0"/>
            </a:rPr>
            <a:t>Controlled</a:t>
          </a:r>
        </a:p>
      </dgm:t>
    </dgm:pt>
    <dgm:pt modelId="{99D59CEF-88EC-47A5-9755-2D09194108C6}" type="parTrans" cxnId="{87377135-DEDE-4663-BA11-D7CB547DC424}">
      <dgm:prSet/>
      <dgm:spPr/>
      <dgm:t>
        <a:bodyPr/>
        <a:lstStyle/>
        <a:p>
          <a:endParaRPr lang="en-US" sz="2000">
            <a:latin typeface="Maiandra GD" panose="020E0502030308020204" pitchFamily="34" charset="0"/>
          </a:endParaRPr>
        </a:p>
      </dgm:t>
    </dgm:pt>
    <dgm:pt modelId="{61817246-5235-4540-B660-A1957BE9C64E}" type="sibTrans" cxnId="{87377135-DEDE-4663-BA11-D7CB547DC424}">
      <dgm:prSet/>
      <dgm:spPr/>
      <dgm:t>
        <a:bodyPr/>
        <a:lstStyle/>
        <a:p>
          <a:endParaRPr lang="en-US" sz="2000">
            <a:latin typeface="Maiandra GD" panose="020E0502030308020204" pitchFamily="34" charset="0"/>
          </a:endParaRPr>
        </a:p>
      </dgm:t>
    </dgm:pt>
    <dgm:pt modelId="{575326CF-65AD-4E82-8A47-81F0B4992A45}">
      <dgm:prSet phldrT="[Text]" custT="1"/>
      <dgm:spPr/>
      <dgm:t>
        <a:bodyPr/>
        <a:lstStyle/>
        <a:p>
          <a:r>
            <a:rPr lang="en-US" sz="2000" dirty="0">
              <a:latin typeface="Maiandra GD" panose="020E0502030308020204" pitchFamily="34" charset="0"/>
            </a:rPr>
            <a:t>Half-Wave</a:t>
          </a:r>
        </a:p>
      </dgm:t>
    </dgm:pt>
    <dgm:pt modelId="{2140F8FF-8F4B-4155-931D-1CB0A925D228}" type="parTrans" cxnId="{FED4980B-B7DC-4555-B9A7-94FCE22A0F2D}">
      <dgm:prSet/>
      <dgm:spPr/>
      <dgm:t>
        <a:bodyPr/>
        <a:lstStyle/>
        <a:p>
          <a:endParaRPr lang="en-US" sz="2000">
            <a:latin typeface="Maiandra GD" panose="020E0502030308020204" pitchFamily="34" charset="0"/>
          </a:endParaRPr>
        </a:p>
      </dgm:t>
    </dgm:pt>
    <dgm:pt modelId="{B21937E7-CBC0-47D0-8968-2C1403BCFD3D}" type="sibTrans" cxnId="{FED4980B-B7DC-4555-B9A7-94FCE22A0F2D}">
      <dgm:prSet/>
      <dgm:spPr/>
      <dgm:t>
        <a:bodyPr/>
        <a:lstStyle/>
        <a:p>
          <a:endParaRPr lang="en-US" sz="2000">
            <a:latin typeface="Maiandra GD" panose="020E0502030308020204" pitchFamily="34" charset="0"/>
          </a:endParaRPr>
        </a:p>
      </dgm:t>
    </dgm:pt>
    <dgm:pt modelId="{63194021-7B9C-48DF-8D10-C7B004089290}">
      <dgm:prSet phldrT="[Text]" custT="1"/>
      <dgm:spPr/>
      <dgm:t>
        <a:bodyPr/>
        <a:lstStyle/>
        <a:p>
          <a:r>
            <a:rPr lang="en-US" sz="2000" dirty="0">
              <a:latin typeface="Maiandra GD" panose="020E0502030308020204" pitchFamily="34" charset="0"/>
            </a:rPr>
            <a:t>Full-Wave</a:t>
          </a:r>
        </a:p>
      </dgm:t>
    </dgm:pt>
    <dgm:pt modelId="{70E90C67-AB8D-463E-9AF9-3766C6B69A3C}" type="parTrans" cxnId="{A638B399-421C-4E90-AD3E-D287F393F1ED}">
      <dgm:prSet/>
      <dgm:spPr/>
      <dgm:t>
        <a:bodyPr/>
        <a:lstStyle/>
        <a:p>
          <a:endParaRPr lang="en-US" sz="2000">
            <a:latin typeface="Maiandra GD" panose="020E0502030308020204" pitchFamily="34" charset="0"/>
          </a:endParaRPr>
        </a:p>
      </dgm:t>
    </dgm:pt>
    <dgm:pt modelId="{E688F7DD-6A9E-4B7D-8053-3453593F5D3E}" type="sibTrans" cxnId="{A638B399-421C-4E90-AD3E-D287F393F1ED}">
      <dgm:prSet/>
      <dgm:spPr/>
      <dgm:t>
        <a:bodyPr/>
        <a:lstStyle/>
        <a:p>
          <a:endParaRPr lang="en-US" sz="2000">
            <a:latin typeface="Maiandra GD" panose="020E0502030308020204" pitchFamily="34" charset="0"/>
          </a:endParaRPr>
        </a:p>
      </dgm:t>
    </dgm:pt>
    <dgm:pt modelId="{BADA4342-E755-4E8F-8E30-7967B57E2BF5}">
      <dgm:prSet phldrT="[Text]" custT="1"/>
      <dgm:spPr/>
      <dgm:t>
        <a:bodyPr/>
        <a:lstStyle/>
        <a:p>
          <a:r>
            <a:rPr lang="en-US" sz="2000" dirty="0">
              <a:latin typeface="Maiandra GD" panose="020E0502030308020204" pitchFamily="34" charset="0"/>
            </a:rPr>
            <a:t>Centre-Tap</a:t>
          </a:r>
        </a:p>
      </dgm:t>
    </dgm:pt>
    <dgm:pt modelId="{BA4B8A6B-6EFE-4195-8830-E87A8C257E3A}" type="parTrans" cxnId="{2416DCD2-6477-43B9-B6B4-D853C47F4412}">
      <dgm:prSet/>
      <dgm:spPr/>
      <dgm:t>
        <a:bodyPr/>
        <a:lstStyle/>
        <a:p>
          <a:endParaRPr lang="en-US" sz="2000">
            <a:latin typeface="Maiandra GD" panose="020E0502030308020204" pitchFamily="34" charset="0"/>
          </a:endParaRPr>
        </a:p>
      </dgm:t>
    </dgm:pt>
    <dgm:pt modelId="{27E78BD1-98DB-4B62-B29F-6C449C19E407}" type="sibTrans" cxnId="{2416DCD2-6477-43B9-B6B4-D853C47F4412}">
      <dgm:prSet/>
      <dgm:spPr/>
      <dgm:t>
        <a:bodyPr/>
        <a:lstStyle/>
        <a:p>
          <a:endParaRPr lang="en-US" sz="2000">
            <a:latin typeface="Maiandra GD" panose="020E0502030308020204" pitchFamily="34" charset="0"/>
          </a:endParaRPr>
        </a:p>
      </dgm:t>
    </dgm:pt>
    <dgm:pt modelId="{A86A0427-864D-451B-9038-617D574A5BE8}">
      <dgm:prSet phldrT="[Text]" custT="1"/>
      <dgm:spPr/>
      <dgm:t>
        <a:bodyPr/>
        <a:lstStyle/>
        <a:p>
          <a:r>
            <a:rPr lang="en-US" sz="2000" dirty="0">
              <a:latin typeface="Maiandra GD" panose="020E0502030308020204" pitchFamily="34" charset="0"/>
            </a:rPr>
            <a:t>Bridge</a:t>
          </a:r>
        </a:p>
      </dgm:t>
    </dgm:pt>
    <dgm:pt modelId="{73170BCE-BB12-4F41-893D-2C8C887D8814}" type="parTrans" cxnId="{B3B1462E-457F-4841-9BC2-25749123282F}">
      <dgm:prSet/>
      <dgm:spPr/>
      <dgm:t>
        <a:bodyPr/>
        <a:lstStyle/>
        <a:p>
          <a:endParaRPr lang="en-US" sz="2000">
            <a:latin typeface="Maiandra GD" panose="020E0502030308020204" pitchFamily="34" charset="0"/>
          </a:endParaRPr>
        </a:p>
      </dgm:t>
    </dgm:pt>
    <dgm:pt modelId="{91609FBD-0130-4CF2-8069-4E9A7D2E94F1}" type="sibTrans" cxnId="{B3B1462E-457F-4841-9BC2-25749123282F}">
      <dgm:prSet/>
      <dgm:spPr/>
      <dgm:t>
        <a:bodyPr/>
        <a:lstStyle/>
        <a:p>
          <a:endParaRPr lang="en-US" sz="2000">
            <a:latin typeface="Maiandra GD" panose="020E0502030308020204" pitchFamily="34" charset="0"/>
          </a:endParaRPr>
        </a:p>
      </dgm:t>
    </dgm:pt>
    <dgm:pt modelId="{D2B03FB9-81B6-4708-BAA7-C7957A98FDE0}">
      <dgm:prSet phldrT="[Text]" custT="1"/>
      <dgm:spPr/>
      <dgm:t>
        <a:bodyPr/>
        <a:lstStyle/>
        <a:p>
          <a:r>
            <a:rPr lang="en-US" sz="2000" dirty="0">
              <a:latin typeface="Maiandra GD" panose="020E0502030308020204" pitchFamily="34" charset="0"/>
            </a:rPr>
            <a:t>Centre-Tap</a:t>
          </a:r>
        </a:p>
      </dgm:t>
    </dgm:pt>
    <dgm:pt modelId="{E1CC1429-7739-4FF8-A808-21EA34CDA6D1}" type="parTrans" cxnId="{7FEB204E-29BC-4A8A-9DF3-9EC8D92A9797}">
      <dgm:prSet/>
      <dgm:spPr/>
      <dgm:t>
        <a:bodyPr/>
        <a:lstStyle/>
        <a:p>
          <a:endParaRPr lang="en-US" sz="2000">
            <a:latin typeface="Maiandra GD" panose="020E0502030308020204" pitchFamily="34" charset="0"/>
          </a:endParaRPr>
        </a:p>
      </dgm:t>
    </dgm:pt>
    <dgm:pt modelId="{A4F47942-3BDC-41BA-8094-28AFE0A32B76}" type="sibTrans" cxnId="{7FEB204E-29BC-4A8A-9DF3-9EC8D92A9797}">
      <dgm:prSet/>
      <dgm:spPr/>
      <dgm:t>
        <a:bodyPr/>
        <a:lstStyle/>
        <a:p>
          <a:endParaRPr lang="en-US" sz="2000">
            <a:latin typeface="Maiandra GD" panose="020E0502030308020204" pitchFamily="34" charset="0"/>
          </a:endParaRPr>
        </a:p>
      </dgm:t>
    </dgm:pt>
    <dgm:pt modelId="{4B047D34-301F-4EED-AAB7-A3A8778A788A}">
      <dgm:prSet phldrT="[Text]" custT="1"/>
      <dgm:spPr/>
      <dgm:t>
        <a:bodyPr/>
        <a:lstStyle/>
        <a:p>
          <a:r>
            <a:rPr lang="en-US" sz="2000" dirty="0">
              <a:latin typeface="Maiandra GD" panose="020E0502030308020204" pitchFamily="34" charset="0"/>
            </a:rPr>
            <a:t>Bridge</a:t>
          </a:r>
        </a:p>
      </dgm:t>
    </dgm:pt>
    <dgm:pt modelId="{F7418121-8A40-4112-A676-F564FD8CBB3F}" type="parTrans" cxnId="{6B4B51BE-8864-4715-8807-EAFDB060D899}">
      <dgm:prSet/>
      <dgm:spPr/>
      <dgm:t>
        <a:bodyPr/>
        <a:lstStyle/>
        <a:p>
          <a:endParaRPr lang="en-US" sz="2000">
            <a:latin typeface="Maiandra GD" panose="020E0502030308020204" pitchFamily="34" charset="0"/>
          </a:endParaRPr>
        </a:p>
      </dgm:t>
    </dgm:pt>
    <dgm:pt modelId="{B7BB32A0-A3C1-4D7D-8817-85E943D70F44}" type="sibTrans" cxnId="{6B4B51BE-8864-4715-8807-EAFDB060D899}">
      <dgm:prSet/>
      <dgm:spPr/>
      <dgm:t>
        <a:bodyPr/>
        <a:lstStyle/>
        <a:p>
          <a:endParaRPr lang="en-US" sz="2000">
            <a:latin typeface="Maiandra GD" panose="020E0502030308020204" pitchFamily="34" charset="0"/>
          </a:endParaRPr>
        </a:p>
      </dgm:t>
    </dgm:pt>
    <dgm:pt modelId="{BD4E45F9-8D4A-4665-938F-FABE0BF3B0DE}" type="pres">
      <dgm:prSet presAssocID="{46FAC219-5577-4E7C-955F-8680FE9AEC0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EAA9A5D-AA08-402E-B129-9601A0F84BC4}" type="pres">
      <dgm:prSet presAssocID="{CCE94488-2BB6-4685-8B98-4F0C7CACBFEE}" presName="hierRoot1" presStyleCnt="0"/>
      <dgm:spPr/>
    </dgm:pt>
    <dgm:pt modelId="{B2A465BD-7181-42D8-B107-D127950916AF}" type="pres">
      <dgm:prSet presAssocID="{CCE94488-2BB6-4685-8B98-4F0C7CACBFEE}" presName="composite" presStyleCnt="0"/>
      <dgm:spPr/>
    </dgm:pt>
    <dgm:pt modelId="{5051401F-E5F7-4583-A82E-57F3F80E936E}" type="pres">
      <dgm:prSet presAssocID="{CCE94488-2BB6-4685-8B98-4F0C7CACBFEE}" presName="background" presStyleLbl="node0" presStyleIdx="0" presStyleCnt="1"/>
      <dgm:spPr/>
    </dgm:pt>
    <dgm:pt modelId="{8E326100-BFEA-48B9-885B-EB6FBF0A528A}" type="pres">
      <dgm:prSet presAssocID="{CCE94488-2BB6-4685-8B98-4F0C7CACBFEE}" presName="text" presStyleLbl="fgAcc0" presStyleIdx="0" presStyleCnt="1">
        <dgm:presLayoutVars>
          <dgm:chPref val="3"/>
        </dgm:presLayoutVars>
      </dgm:prSet>
      <dgm:spPr/>
    </dgm:pt>
    <dgm:pt modelId="{19464067-B239-48A1-A363-7708662BA2A8}" type="pres">
      <dgm:prSet presAssocID="{CCE94488-2BB6-4685-8B98-4F0C7CACBFEE}" presName="hierChild2" presStyleCnt="0"/>
      <dgm:spPr/>
    </dgm:pt>
    <dgm:pt modelId="{C78CFAFC-4B72-4BA6-9D6B-4109626A8EE1}" type="pres">
      <dgm:prSet presAssocID="{65FCE696-DF82-42EB-B61B-5C2735A75FFC}" presName="Name10" presStyleLbl="parChTrans1D2" presStyleIdx="0" presStyleCnt="2"/>
      <dgm:spPr/>
    </dgm:pt>
    <dgm:pt modelId="{6440CA48-22D1-40A6-B8F3-AFDA37CE14DC}" type="pres">
      <dgm:prSet presAssocID="{F85BD0F5-A96B-46E8-99DF-C7D2AC28CC04}" presName="hierRoot2" presStyleCnt="0"/>
      <dgm:spPr/>
    </dgm:pt>
    <dgm:pt modelId="{38AC5E8E-D3A5-46E0-9280-7DDFE44DB5A2}" type="pres">
      <dgm:prSet presAssocID="{F85BD0F5-A96B-46E8-99DF-C7D2AC28CC04}" presName="composite2" presStyleCnt="0"/>
      <dgm:spPr/>
    </dgm:pt>
    <dgm:pt modelId="{66524CD7-0089-465D-B115-E9996D2A5E2D}" type="pres">
      <dgm:prSet presAssocID="{F85BD0F5-A96B-46E8-99DF-C7D2AC28CC04}" presName="background2" presStyleLbl="node2" presStyleIdx="0" presStyleCnt="2"/>
      <dgm:spPr/>
    </dgm:pt>
    <dgm:pt modelId="{9F614436-B2AF-4916-8AAB-68017E413644}" type="pres">
      <dgm:prSet presAssocID="{F85BD0F5-A96B-46E8-99DF-C7D2AC28CC04}" presName="text2" presStyleLbl="fgAcc2" presStyleIdx="0" presStyleCnt="2" custScaleX="109563">
        <dgm:presLayoutVars>
          <dgm:chPref val="3"/>
        </dgm:presLayoutVars>
      </dgm:prSet>
      <dgm:spPr/>
    </dgm:pt>
    <dgm:pt modelId="{28B94AF4-F328-4C5F-9B92-BB6E27D2D21C}" type="pres">
      <dgm:prSet presAssocID="{F85BD0F5-A96B-46E8-99DF-C7D2AC28CC04}" presName="hierChild3" presStyleCnt="0"/>
      <dgm:spPr/>
    </dgm:pt>
    <dgm:pt modelId="{41308DB9-C245-4B0B-8B14-E76F21E9009B}" type="pres">
      <dgm:prSet presAssocID="{E5A91014-DE76-4537-9C01-D8B454AFD974}" presName="Name17" presStyleLbl="parChTrans1D3" presStyleIdx="0" presStyleCnt="4"/>
      <dgm:spPr/>
    </dgm:pt>
    <dgm:pt modelId="{062DE555-BB3B-4684-A97C-9987C336F693}" type="pres">
      <dgm:prSet presAssocID="{05901A30-5B71-4321-84C1-7AE5DD630E2E}" presName="hierRoot3" presStyleCnt="0"/>
      <dgm:spPr/>
    </dgm:pt>
    <dgm:pt modelId="{BB9EC9C7-A5E5-4A03-880D-6764B243F7BF}" type="pres">
      <dgm:prSet presAssocID="{05901A30-5B71-4321-84C1-7AE5DD630E2E}" presName="composite3" presStyleCnt="0"/>
      <dgm:spPr/>
    </dgm:pt>
    <dgm:pt modelId="{57BDC1C4-ABF0-4EEB-9BC3-B4E281A94AC6}" type="pres">
      <dgm:prSet presAssocID="{05901A30-5B71-4321-84C1-7AE5DD630E2E}" presName="background3" presStyleLbl="node3" presStyleIdx="0" presStyleCnt="4"/>
      <dgm:spPr/>
    </dgm:pt>
    <dgm:pt modelId="{C18758E7-0C2F-4304-B6CE-E8F6AA598885}" type="pres">
      <dgm:prSet presAssocID="{05901A30-5B71-4321-84C1-7AE5DD630E2E}" presName="text3" presStyleLbl="fgAcc3" presStyleIdx="0" presStyleCnt="4">
        <dgm:presLayoutVars>
          <dgm:chPref val="3"/>
        </dgm:presLayoutVars>
      </dgm:prSet>
      <dgm:spPr/>
    </dgm:pt>
    <dgm:pt modelId="{8701F01F-3BFD-4F6C-B301-F743D2D1341A}" type="pres">
      <dgm:prSet presAssocID="{05901A30-5B71-4321-84C1-7AE5DD630E2E}" presName="hierChild4" presStyleCnt="0"/>
      <dgm:spPr/>
    </dgm:pt>
    <dgm:pt modelId="{4501178F-D6FD-429E-93C9-9E23A8A4B124}" type="pres">
      <dgm:prSet presAssocID="{B2D1DDF1-C730-4F65-8B27-B3C5EED2C2B9}" presName="Name17" presStyleLbl="parChTrans1D3" presStyleIdx="1" presStyleCnt="4"/>
      <dgm:spPr/>
    </dgm:pt>
    <dgm:pt modelId="{DA8D2199-F869-4170-A256-78E56C63787B}" type="pres">
      <dgm:prSet presAssocID="{FDAB0127-6EB0-4127-8CFC-6B68F627A735}" presName="hierRoot3" presStyleCnt="0"/>
      <dgm:spPr/>
    </dgm:pt>
    <dgm:pt modelId="{9D19FFB3-9031-4FA6-BF4D-4F7104231DC0}" type="pres">
      <dgm:prSet presAssocID="{FDAB0127-6EB0-4127-8CFC-6B68F627A735}" presName="composite3" presStyleCnt="0"/>
      <dgm:spPr/>
    </dgm:pt>
    <dgm:pt modelId="{EB9B1C90-E59A-4F47-BF20-5C1B7AAD53C3}" type="pres">
      <dgm:prSet presAssocID="{FDAB0127-6EB0-4127-8CFC-6B68F627A735}" presName="background3" presStyleLbl="node3" presStyleIdx="1" presStyleCnt="4"/>
      <dgm:spPr/>
    </dgm:pt>
    <dgm:pt modelId="{79B1A299-B081-40B2-A5D6-9C5AB34FFFEC}" type="pres">
      <dgm:prSet presAssocID="{FDAB0127-6EB0-4127-8CFC-6B68F627A735}" presName="text3" presStyleLbl="fgAcc3" presStyleIdx="1" presStyleCnt="4">
        <dgm:presLayoutVars>
          <dgm:chPref val="3"/>
        </dgm:presLayoutVars>
      </dgm:prSet>
      <dgm:spPr/>
    </dgm:pt>
    <dgm:pt modelId="{2E6D997A-406F-49F8-B150-61552FA974EA}" type="pres">
      <dgm:prSet presAssocID="{FDAB0127-6EB0-4127-8CFC-6B68F627A735}" presName="hierChild4" presStyleCnt="0"/>
      <dgm:spPr/>
    </dgm:pt>
    <dgm:pt modelId="{E7D0607A-1060-46D2-AB9E-CFB1960A16A3}" type="pres">
      <dgm:prSet presAssocID="{F7418121-8A40-4112-A676-F564FD8CBB3F}" presName="Name23" presStyleLbl="parChTrans1D4" presStyleIdx="0" presStyleCnt="4"/>
      <dgm:spPr/>
    </dgm:pt>
    <dgm:pt modelId="{99DBDA07-B77E-4185-AF2A-32801119BACE}" type="pres">
      <dgm:prSet presAssocID="{4B047D34-301F-4EED-AAB7-A3A8778A788A}" presName="hierRoot4" presStyleCnt="0"/>
      <dgm:spPr/>
    </dgm:pt>
    <dgm:pt modelId="{18B5C293-B8B8-4BDF-90F2-22E37E57826E}" type="pres">
      <dgm:prSet presAssocID="{4B047D34-301F-4EED-AAB7-A3A8778A788A}" presName="composite4" presStyleCnt="0"/>
      <dgm:spPr/>
    </dgm:pt>
    <dgm:pt modelId="{1AD32920-76D5-4C3C-B67A-EB960F927B41}" type="pres">
      <dgm:prSet presAssocID="{4B047D34-301F-4EED-AAB7-A3A8778A788A}" presName="background4" presStyleLbl="node4" presStyleIdx="0" presStyleCnt="4"/>
      <dgm:spPr/>
    </dgm:pt>
    <dgm:pt modelId="{8C4A5C84-C01F-4C99-825A-1D39FCF32C68}" type="pres">
      <dgm:prSet presAssocID="{4B047D34-301F-4EED-AAB7-A3A8778A788A}" presName="text4" presStyleLbl="fgAcc4" presStyleIdx="0" presStyleCnt="4">
        <dgm:presLayoutVars>
          <dgm:chPref val="3"/>
        </dgm:presLayoutVars>
      </dgm:prSet>
      <dgm:spPr/>
    </dgm:pt>
    <dgm:pt modelId="{4B67BB32-0295-47F4-BB1A-D7705304380A}" type="pres">
      <dgm:prSet presAssocID="{4B047D34-301F-4EED-AAB7-A3A8778A788A}" presName="hierChild5" presStyleCnt="0"/>
      <dgm:spPr/>
    </dgm:pt>
    <dgm:pt modelId="{AFD5DE99-573B-4690-9BA6-FE6C0DDAAF51}" type="pres">
      <dgm:prSet presAssocID="{E1CC1429-7739-4FF8-A808-21EA34CDA6D1}" presName="Name23" presStyleLbl="parChTrans1D4" presStyleIdx="1" presStyleCnt="4"/>
      <dgm:spPr/>
    </dgm:pt>
    <dgm:pt modelId="{C0DC3F5E-919C-4471-A5FD-6AAADAB8B7A1}" type="pres">
      <dgm:prSet presAssocID="{D2B03FB9-81B6-4708-BAA7-C7957A98FDE0}" presName="hierRoot4" presStyleCnt="0"/>
      <dgm:spPr/>
    </dgm:pt>
    <dgm:pt modelId="{04BE3CFE-739F-483C-BDAD-580890782F1C}" type="pres">
      <dgm:prSet presAssocID="{D2B03FB9-81B6-4708-BAA7-C7957A98FDE0}" presName="composite4" presStyleCnt="0"/>
      <dgm:spPr/>
    </dgm:pt>
    <dgm:pt modelId="{D2AAC0A2-8D1A-4C3A-BEB4-81D01E137793}" type="pres">
      <dgm:prSet presAssocID="{D2B03FB9-81B6-4708-BAA7-C7957A98FDE0}" presName="background4" presStyleLbl="node4" presStyleIdx="1" presStyleCnt="4"/>
      <dgm:spPr/>
    </dgm:pt>
    <dgm:pt modelId="{6BDCA508-157D-425B-BD42-3033C4DCA6E9}" type="pres">
      <dgm:prSet presAssocID="{D2B03FB9-81B6-4708-BAA7-C7957A98FDE0}" presName="text4" presStyleLbl="fgAcc4" presStyleIdx="1" presStyleCnt="4">
        <dgm:presLayoutVars>
          <dgm:chPref val="3"/>
        </dgm:presLayoutVars>
      </dgm:prSet>
      <dgm:spPr/>
    </dgm:pt>
    <dgm:pt modelId="{AA36C3D2-87AF-469F-8452-D10A223E59E7}" type="pres">
      <dgm:prSet presAssocID="{D2B03FB9-81B6-4708-BAA7-C7957A98FDE0}" presName="hierChild5" presStyleCnt="0"/>
      <dgm:spPr/>
    </dgm:pt>
    <dgm:pt modelId="{9E790B11-B36C-427C-8F83-157BA235DE32}" type="pres">
      <dgm:prSet presAssocID="{99D59CEF-88EC-47A5-9755-2D09194108C6}" presName="Name10" presStyleLbl="parChTrans1D2" presStyleIdx="1" presStyleCnt="2"/>
      <dgm:spPr/>
    </dgm:pt>
    <dgm:pt modelId="{0A846DE8-7132-4215-BF1C-B898843941CC}" type="pres">
      <dgm:prSet presAssocID="{6C065443-26BB-4DB8-A4FD-F07D91B98943}" presName="hierRoot2" presStyleCnt="0"/>
      <dgm:spPr/>
    </dgm:pt>
    <dgm:pt modelId="{E388D86E-36D7-49A1-A5C1-7C5CCB533847}" type="pres">
      <dgm:prSet presAssocID="{6C065443-26BB-4DB8-A4FD-F07D91B98943}" presName="composite2" presStyleCnt="0"/>
      <dgm:spPr/>
    </dgm:pt>
    <dgm:pt modelId="{6260FCC7-928E-4B05-BAFA-014219BCAFD1}" type="pres">
      <dgm:prSet presAssocID="{6C065443-26BB-4DB8-A4FD-F07D91B98943}" presName="background2" presStyleLbl="node2" presStyleIdx="1" presStyleCnt="2"/>
      <dgm:spPr/>
    </dgm:pt>
    <dgm:pt modelId="{CF3806E0-E030-472A-957F-97968351FFFA}" type="pres">
      <dgm:prSet presAssocID="{6C065443-26BB-4DB8-A4FD-F07D91B98943}" presName="text2" presStyleLbl="fgAcc2" presStyleIdx="1" presStyleCnt="2">
        <dgm:presLayoutVars>
          <dgm:chPref val="3"/>
        </dgm:presLayoutVars>
      </dgm:prSet>
      <dgm:spPr/>
    </dgm:pt>
    <dgm:pt modelId="{98425221-A3D1-4B27-AE28-941FA752F645}" type="pres">
      <dgm:prSet presAssocID="{6C065443-26BB-4DB8-A4FD-F07D91B98943}" presName="hierChild3" presStyleCnt="0"/>
      <dgm:spPr/>
    </dgm:pt>
    <dgm:pt modelId="{7A337A27-4493-4A6E-B55C-2295FBC75B1B}" type="pres">
      <dgm:prSet presAssocID="{2140F8FF-8F4B-4155-931D-1CB0A925D228}" presName="Name17" presStyleLbl="parChTrans1D3" presStyleIdx="2" presStyleCnt="4"/>
      <dgm:spPr/>
    </dgm:pt>
    <dgm:pt modelId="{D7788088-471E-49AD-AD24-FE9C18B3117F}" type="pres">
      <dgm:prSet presAssocID="{575326CF-65AD-4E82-8A47-81F0B4992A45}" presName="hierRoot3" presStyleCnt="0"/>
      <dgm:spPr/>
    </dgm:pt>
    <dgm:pt modelId="{4A5DD220-55EC-48D3-BEBC-66DD37B74170}" type="pres">
      <dgm:prSet presAssocID="{575326CF-65AD-4E82-8A47-81F0B4992A45}" presName="composite3" presStyleCnt="0"/>
      <dgm:spPr/>
    </dgm:pt>
    <dgm:pt modelId="{8CAEAE6A-D1EE-4B73-B8F1-F71F21FE94EB}" type="pres">
      <dgm:prSet presAssocID="{575326CF-65AD-4E82-8A47-81F0B4992A45}" presName="background3" presStyleLbl="node3" presStyleIdx="2" presStyleCnt="4"/>
      <dgm:spPr/>
    </dgm:pt>
    <dgm:pt modelId="{80D276F9-3E5B-49FB-9A4D-BF543C790D2F}" type="pres">
      <dgm:prSet presAssocID="{575326CF-65AD-4E82-8A47-81F0B4992A45}" presName="text3" presStyleLbl="fgAcc3" presStyleIdx="2" presStyleCnt="4">
        <dgm:presLayoutVars>
          <dgm:chPref val="3"/>
        </dgm:presLayoutVars>
      </dgm:prSet>
      <dgm:spPr/>
    </dgm:pt>
    <dgm:pt modelId="{5030E9E4-2D2C-46A6-8DD5-3E7EF575E6C6}" type="pres">
      <dgm:prSet presAssocID="{575326CF-65AD-4E82-8A47-81F0B4992A45}" presName="hierChild4" presStyleCnt="0"/>
      <dgm:spPr/>
    </dgm:pt>
    <dgm:pt modelId="{0789E30F-913D-465B-A0D9-219A17025856}" type="pres">
      <dgm:prSet presAssocID="{70E90C67-AB8D-463E-9AF9-3766C6B69A3C}" presName="Name17" presStyleLbl="parChTrans1D3" presStyleIdx="3" presStyleCnt="4"/>
      <dgm:spPr/>
    </dgm:pt>
    <dgm:pt modelId="{A8323A58-C136-43DD-A183-BB1E0C866B1B}" type="pres">
      <dgm:prSet presAssocID="{63194021-7B9C-48DF-8D10-C7B004089290}" presName="hierRoot3" presStyleCnt="0"/>
      <dgm:spPr/>
    </dgm:pt>
    <dgm:pt modelId="{F434ED42-20EF-4683-918A-E607C5B4F167}" type="pres">
      <dgm:prSet presAssocID="{63194021-7B9C-48DF-8D10-C7B004089290}" presName="composite3" presStyleCnt="0"/>
      <dgm:spPr/>
    </dgm:pt>
    <dgm:pt modelId="{F1D4E88C-CA03-47B0-ADCE-00158ED3250F}" type="pres">
      <dgm:prSet presAssocID="{63194021-7B9C-48DF-8D10-C7B004089290}" presName="background3" presStyleLbl="node3" presStyleIdx="3" presStyleCnt="4"/>
      <dgm:spPr/>
    </dgm:pt>
    <dgm:pt modelId="{02086372-47DD-49A0-A41E-2B647D8ACBDB}" type="pres">
      <dgm:prSet presAssocID="{63194021-7B9C-48DF-8D10-C7B004089290}" presName="text3" presStyleLbl="fgAcc3" presStyleIdx="3" presStyleCnt="4">
        <dgm:presLayoutVars>
          <dgm:chPref val="3"/>
        </dgm:presLayoutVars>
      </dgm:prSet>
      <dgm:spPr/>
    </dgm:pt>
    <dgm:pt modelId="{79EA8E54-6C5B-4DA5-B7F2-CCD197DC8515}" type="pres">
      <dgm:prSet presAssocID="{63194021-7B9C-48DF-8D10-C7B004089290}" presName="hierChild4" presStyleCnt="0"/>
      <dgm:spPr/>
    </dgm:pt>
    <dgm:pt modelId="{41FD3427-CB15-4863-9CFB-245C65E29B1C}" type="pres">
      <dgm:prSet presAssocID="{73170BCE-BB12-4F41-893D-2C8C887D8814}" presName="Name23" presStyleLbl="parChTrans1D4" presStyleIdx="2" presStyleCnt="4"/>
      <dgm:spPr/>
    </dgm:pt>
    <dgm:pt modelId="{E6F57B4E-8362-438F-A880-1810E0D1E46C}" type="pres">
      <dgm:prSet presAssocID="{A86A0427-864D-451B-9038-617D574A5BE8}" presName="hierRoot4" presStyleCnt="0"/>
      <dgm:spPr/>
    </dgm:pt>
    <dgm:pt modelId="{2BB64925-3F13-4D2B-9383-D3A316313137}" type="pres">
      <dgm:prSet presAssocID="{A86A0427-864D-451B-9038-617D574A5BE8}" presName="composite4" presStyleCnt="0"/>
      <dgm:spPr/>
    </dgm:pt>
    <dgm:pt modelId="{B92ABF80-F3EB-4F60-9DE7-50AE0254BE51}" type="pres">
      <dgm:prSet presAssocID="{A86A0427-864D-451B-9038-617D574A5BE8}" presName="background4" presStyleLbl="node4" presStyleIdx="2" presStyleCnt="4"/>
      <dgm:spPr/>
    </dgm:pt>
    <dgm:pt modelId="{690FA523-005F-48FB-B198-B77B5CBF54C4}" type="pres">
      <dgm:prSet presAssocID="{A86A0427-864D-451B-9038-617D574A5BE8}" presName="text4" presStyleLbl="fgAcc4" presStyleIdx="2" presStyleCnt="4">
        <dgm:presLayoutVars>
          <dgm:chPref val="3"/>
        </dgm:presLayoutVars>
      </dgm:prSet>
      <dgm:spPr/>
    </dgm:pt>
    <dgm:pt modelId="{77E71C1A-7BEE-4E13-BC32-D5BA310C6C83}" type="pres">
      <dgm:prSet presAssocID="{A86A0427-864D-451B-9038-617D574A5BE8}" presName="hierChild5" presStyleCnt="0"/>
      <dgm:spPr/>
    </dgm:pt>
    <dgm:pt modelId="{2E8FCBAF-32F1-417D-8852-317AEC129750}" type="pres">
      <dgm:prSet presAssocID="{BA4B8A6B-6EFE-4195-8830-E87A8C257E3A}" presName="Name23" presStyleLbl="parChTrans1D4" presStyleIdx="3" presStyleCnt="4"/>
      <dgm:spPr/>
    </dgm:pt>
    <dgm:pt modelId="{E2D3E610-F42D-4A15-9794-CA7EC37475D8}" type="pres">
      <dgm:prSet presAssocID="{BADA4342-E755-4E8F-8E30-7967B57E2BF5}" presName="hierRoot4" presStyleCnt="0"/>
      <dgm:spPr/>
    </dgm:pt>
    <dgm:pt modelId="{9D9DE771-6C7F-42C4-AB05-E98F8EC3E4D7}" type="pres">
      <dgm:prSet presAssocID="{BADA4342-E755-4E8F-8E30-7967B57E2BF5}" presName="composite4" presStyleCnt="0"/>
      <dgm:spPr/>
    </dgm:pt>
    <dgm:pt modelId="{C6B2C1D8-E90B-40AC-8883-A0F9D7A0A8CD}" type="pres">
      <dgm:prSet presAssocID="{BADA4342-E755-4E8F-8E30-7967B57E2BF5}" presName="background4" presStyleLbl="node4" presStyleIdx="3" presStyleCnt="4"/>
      <dgm:spPr/>
    </dgm:pt>
    <dgm:pt modelId="{3FE3225C-0BD9-4E4E-B817-D201D0266D7B}" type="pres">
      <dgm:prSet presAssocID="{BADA4342-E755-4E8F-8E30-7967B57E2BF5}" presName="text4" presStyleLbl="fgAcc4" presStyleIdx="3" presStyleCnt="4">
        <dgm:presLayoutVars>
          <dgm:chPref val="3"/>
        </dgm:presLayoutVars>
      </dgm:prSet>
      <dgm:spPr/>
    </dgm:pt>
    <dgm:pt modelId="{EAE28B1E-1D43-4B30-9491-991A1AF30DE3}" type="pres">
      <dgm:prSet presAssocID="{BADA4342-E755-4E8F-8E30-7967B57E2BF5}" presName="hierChild5" presStyleCnt="0"/>
      <dgm:spPr/>
    </dgm:pt>
  </dgm:ptLst>
  <dgm:cxnLst>
    <dgm:cxn modelId="{6B4B51BE-8864-4715-8807-EAFDB060D899}" srcId="{FDAB0127-6EB0-4127-8CFC-6B68F627A735}" destId="{4B047D34-301F-4EED-AAB7-A3A8778A788A}" srcOrd="0" destOrd="0" parTransId="{F7418121-8A40-4112-A676-F564FD8CBB3F}" sibTransId="{B7BB32A0-A3C1-4D7D-8817-85E943D70F44}"/>
    <dgm:cxn modelId="{2A025FA0-591C-44CE-A66E-29E90BFFE4DC}" type="presOf" srcId="{2140F8FF-8F4B-4155-931D-1CB0A925D228}" destId="{7A337A27-4493-4A6E-B55C-2295FBC75B1B}" srcOrd="0" destOrd="0" presId="urn:microsoft.com/office/officeart/2005/8/layout/hierarchy1"/>
    <dgm:cxn modelId="{B74E371E-85DE-456C-ADC6-CABE7DD17283}" type="presOf" srcId="{E5A91014-DE76-4537-9C01-D8B454AFD974}" destId="{41308DB9-C245-4B0B-8B14-E76F21E9009B}" srcOrd="0" destOrd="0" presId="urn:microsoft.com/office/officeart/2005/8/layout/hierarchy1"/>
    <dgm:cxn modelId="{EE3E1BA0-5FED-42AD-A1A3-848557ABFF80}" type="presOf" srcId="{B2D1DDF1-C730-4F65-8B27-B3C5EED2C2B9}" destId="{4501178F-D6FD-429E-93C9-9E23A8A4B124}" srcOrd="0" destOrd="0" presId="urn:microsoft.com/office/officeart/2005/8/layout/hierarchy1"/>
    <dgm:cxn modelId="{87377135-DEDE-4663-BA11-D7CB547DC424}" srcId="{CCE94488-2BB6-4685-8B98-4F0C7CACBFEE}" destId="{6C065443-26BB-4DB8-A4FD-F07D91B98943}" srcOrd="1" destOrd="0" parTransId="{99D59CEF-88EC-47A5-9755-2D09194108C6}" sibTransId="{61817246-5235-4540-B660-A1957BE9C64E}"/>
    <dgm:cxn modelId="{D78D939E-3B1A-49D7-9F11-560067472D79}" type="presOf" srcId="{FDAB0127-6EB0-4127-8CFC-6B68F627A735}" destId="{79B1A299-B081-40B2-A5D6-9C5AB34FFFEC}" srcOrd="0" destOrd="0" presId="urn:microsoft.com/office/officeart/2005/8/layout/hierarchy1"/>
    <dgm:cxn modelId="{0E322900-54D7-4CAF-AC49-E5C94837EC76}" type="presOf" srcId="{F7418121-8A40-4112-A676-F564FD8CBB3F}" destId="{E7D0607A-1060-46D2-AB9E-CFB1960A16A3}" srcOrd="0" destOrd="0" presId="urn:microsoft.com/office/officeart/2005/8/layout/hierarchy1"/>
    <dgm:cxn modelId="{A638B399-421C-4E90-AD3E-D287F393F1ED}" srcId="{6C065443-26BB-4DB8-A4FD-F07D91B98943}" destId="{63194021-7B9C-48DF-8D10-C7B004089290}" srcOrd="1" destOrd="0" parTransId="{70E90C67-AB8D-463E-9AF9-3766C6B69A3C}" sibTransId="{E688F7DD-6A9E-4B7D-8053-3453593F5D3E}"/>
    <dgm:cxn modelId="{0FAD8767-B568-4BE5-9A5B-3BBDBA09EBEB}" srcId="{CCE94488-2BB6-4685-8B98-4F0C7CACBFEE}" destId="{F85BD0F5-A96B-46E8-99DF-C7D2AC28CC04}" srcOrd="0" destOrd="0" parTransId="{65FCE696-DF82-42EB-B61B-5C2735A75FFC}" sibTransId="{1F7589FB-9C58-49BB-93F7-9AC7B6D53934}"/>
    <dgm:cxn modelId="{00AC3B9C-1052-4700-9EA0-3CE1777811C4}" srcId="{46FAC219-5577-4E7C-955F-8680FE9AEC01}" destId="{CCE94488-2BB6-4685-8B98-4F0C7CACBFEE}" srcOrd="0" destOrd="0" parTransId="{DE7F649F-1FE0-4B0A-8043-A6BB6598E240}" sibTransId="{2E1DD459-EB34-4F60-9D66-95CCA0CF6ACB}"/>
    <dgm:cxn modelId="{0EDA75AA-1180-4B52-9897-333902830869}" type="presOf" srcId="{D2B03FB9-81B6-4708-BAA7-C7957A98FDE0}" destId="{6BDCA508-157D-425B-BD42-3033C4DCA6E9}" srcOrd="0" destOrd="0" presId="urn:microsoft.com/office/officeart/2005/8/layout/hierarchy1"/>
    <dgm:cxn modelId="{FED4980B-B7DC-4555-B9A7-94FCE22A0F2D}" srcId="{6C065443-26BB-4DB8-A4FD-F07D91B98943}" destId="{575326CF-65AD-4E82-8A47-81F0B4992A45}" srcOrd="0" destOrd="0" parTransId="{2140F8FF-8F4B-4155-931D-1CB0A925D228}" sibTransId="{B21937E7-CBC0-47D0-8968-2C1403BCFD3D}"/>
    <dgm:cxn modelId="{724BB270-5A38-458C-8107-59CF2C177E26}" type="presOf" srcId="{E1CC1429-7739-4FF8-A808-21EA34CDA6D1}" destId="{AFD5DE99-573B-4690-9BA6-FE6C0DDAAF51}" srcOrd="0" destOrd="0" presId="urn:microsoft.com/office/officeart/2005/8/layout/hierarchy1"/>
    <dgm:cxn modelId="{4E109F6B-9FA1-402D-B1E9-091A6569ED48}" type="presOf" srcId="{575326CF-65AD-4E82-8A47-81F0B4992A45}" destId="{80D276F9-3E5B-49FB-9A4D-BF543C790D2F}" srcOrd="0" destOrd="0" presId="urn:microsoft.com/office/officeart/2005/8/layout/hierarchy1"/>
    <dgm:cxn modelId="{57E46BB9-9BA5-440A-B7E0-489685792DAF}" type="presOf" srcId="{70E90C67-AB8D-463E-9AF9-3766C6B69A3C}" destId="{0789E30F-913D-465B-A0D9-219A17025856}" srcOrd="0" destOrd="0" presId="urn:microsoft.com/office/officeart/2005/8/layout/hierarchy1"/>
    <dgm:cxn modelId="{196EAF5F-D5EA-4B7F-A6EF-73C3F7D8DFF8}" type="presOf" srcId="{BADA4342-E755-4E8F-8E30-7967B57E2BF5}" destId="{3FE3225C-0BD9-4E4E-B817-D201D0266D7B}" srcOrd="0" destOrd="0" presId="urn:microsoft.com/office/officeart/2005/8/layout/hierarchy1"/>
    <dgm:cxn modelId="{FDBEA732-033B-4457-80FC-A210A3F7B4BB}" type="presOf" srcId="{6C065443-26BB-4DB8-A4FD-F07D91B98943}" destId="{CF3806E0-E030-472A-957F-97968351FFFA}" srcOrd="0" destOrd="0" presId="urn:microsoft.com/office/officeart/2005/8/layout/hierarchy1"/>
    <dgm:cxn modelId="{EC146E9C-EA46-4B7E-904F-2A74D0FD32E3}" srcId="{F85BD0F5-A96B-46E8-99DF-C7D2AC28CC04}" destId="{05901A30-5B71-4321-84C1-7AE5DD630E2E}" srcOrd="0" destOrd="0" parTransId="{E5A91014-DE76-4537-9C01-D8B454AFD974}" sibTransId="{2C83E20B-54E8-4D8E-BE3E-1A899695257F}"/>
    <dgm:cxn modelId="{45DA7C9B-4B32-4CD4-AB88-F356B316D123}" type="presOf" srcId="{A86A0427-864D-451B-9038-617D574A5BE8}" destId="{690FA523-005F-48FB-B198-B77B5CBF54C4}" srcOrd="0" destOrd="0" presId="urn:microsoft.com/office/officeart/2005/8/layout/hierarchy1"/>
    <dgm:cxn modelId="{88CC9F05-FC3E-43A7-9911-993449960152}" type="presOf" srcId="{4B047D34-301F-4EED-AAB7-A3A8778A788A}" destId="{8C4A5C84-C01F-4C99-825A-1D39FCF32C68}" srcOrd="0" destOrd="0" presId="urn:microsoft.com/office/officeart/2005/8/layout/hierarchy1"/>
    <dgm:cxn modelId="{B3B1462E-457F-4841-9BC2-25749123282F}" srcId="{63194021-7B9C-48DF-8D10-C7B004089290}" destId="{A86A0427-864D-451B-9038-617D574A5BE8}" srcOrd="0" destOrd="0" parTransId="{73170BCE-BB12-4F41-893D-2C8C887D8814}" sibTransId="{91609FBD-0130-4CF2-8069-4E9A7D2E94F1}"/>
    <dgm:cxn modelId="{2734EA29-2041-45A1-9AB9-A8C1CFEFD835}" type="presOf" srcId="{46FAC219-5577-4E7C-955F-8680FE9AEC01}" destId="{BD4E45F9-8D4A-4665-938F-FABE0BF3B0DE}" srcOrd="0" destOrd="0" presId="urn:microsoft.com/office/officeart/2005/8/layout/hierarchy1"/>
    <dgm:cxn modelId="{E55230B9-3A3E-4989-9445-BA43D68ED937}" type="presOf" srcId="{05901A30-5B71-4321-84C1-7AE5DD630E2E}" destId="{C18758E7-0C2F-4304-B6CE-E8F6AA598885}" srcOrd="0" destOrd="0" presId="urn:microsoft.com/office/officeart/2005/8/layout/hierarchy1"/>
    <dgm:cxn modelId="{1657DE11-09E1-4625-81DD-F170C9783EBB}" type="presOf" srcId="{BA4B8A6B-6EFE-4195-8830-E87A8C257E3A}" destId="{2E8FCBAF-32F1-417D-8852-317AEC129750}" srcOrd="0" destOrd="0" presId="urn:microsoft.com/office/officeart/2005/8/layout/hierarchy1"/>
    <dgm:cxn modelId="{34DC8727-46E9-47F2-A7EF-AE884D04516F}" srcId="{F85BD0F5-A96B-46E8-99DF-C7D2AC28CC04}" destId="{FDAB0127-6EB0-4127-8CFC-6B68F627A735}" srcOrd="1" destOrd="0" parTransId="{B2D1DDF1-C730-4F65-8B27-B3C5EED2C2B9}" sibTransId="{375FC37D-898C-4273-9608-5AACE5975794}"/>
    <dgm:cxn modelId="{19A64B8A-1CDC-4914-B92B-AC31EC878EC0}" type="presOf" srcId="{73170BCE-BB12-4F41-893D-2C8C887D8814}" destId="{41FD3427-CB15-4863-9CFB-245C65E29B1C}" srcOrd="0" destOrd="0" presId="urn:microsoft.com/office/officeart/2005/8/layout/hierarchy1"/>
    <dgm:cxn modelId="{7FEB204E-29BC-4A8A-9DF3-9EC8D92A9797}" srcId="{FDAB0127-6EB0-4127-8CFC-6B68F627A735}" destId="{D2B03FB9-81B6-4708-BAA7-C7957A98FDE0}" srcOrd="1" destOrd="0" parTransId="{E1CC1429-7739-4FF8-A808-21EA34CDA6D1}" sibTransId="{A4F47942-3BDC-41BA-8094-28AFE0A32B76}"/>
    <dgm:cxn modelId="{FC512230-5271-47A3-92BC-7F9D2750595D}" type="presOf" srcId="{CCE94488-2BB6-4685-8B98-4F0C7CACBFEE}" destId="{8E326100-BFEA-48B9-885B-EB6FBF0A528A}" srcOrd="0" destOrd="0" presId="urn:microsoft.com/office/officeart/2005/8/layout/hierarchy1"/>
    <dgm:cxn modelId="{2416DCD2-6477-43B9-B6B4-D853C47F4412}" srcId="{63194021-7B9C-48DF-8D10-C7B004089290}" destId="{BADA4342-E755-4E8F-8E30-7967B57E2BF5}" srcOrd="1" destOrd="0" parTransId="{BA4B8A6B-6EFE-4195-8830-E87A8C257E3A}" sibTransId="{27E78BD1-98DB-4B62-B29F-6C449C19E407}"/>
    <dgm:cxn modelId="{FBA527E3-FF22-40EA-A0C7-322486A0EBC6}" type="presOf" srcId="{F85BD0F5-A96B-46E8-99DF-C7D2AC28CC04}" destId="{9F614436-B2AF-4916-8AAB-68017E413644}" srcOrd="0" destOrd="0" presId="urn:microsoft.com/office/officeart/2005/8/layout/hierarchy1"/>
    <dgm:cxn modelId="{239845A0-4992-487A-8320-663653C43293}" type="presOf" srcId="{63194021-7B9C-48DF-8D10-C7B004089290}" destId="{02086372-47DD-49A0-A41E-2B647D8ACBDB}" srcOrd="0" destOrd="0" presId="urn:microsoft.com/office/officeart/2005/8/layout/hierarchy1"/>
    <dgm:cxn modelId="{AB54A0CC-431D-4306-9E15-1881688EB9A8}" type="presOf" srcId="{99D59CEF-88EC-47A5-9755-2D09194108C6}" destId="{9E790B11-B36C-427C-8F83-157BA235DE32}" srcOrd="0" destOrd="0" presId="urn:microsoft.com/office/officeart/2005/8/layout/hierarchy1"/>
    <dgm:cxn modelId="{B0298C4B-03A0-4737-8D3A-D208FD7D3954}" type="presOf" srcId="{65FCE696-DF82-42EB-B61B-5C2735A75FFC}" destId="{C78CFAFC-4B72-4BA6-9D6B-4109626A8EE1}" srcOrd="0" destOrd="0" presId="urn:microsoft.com/office/officeart/2005/8/layout/hierarchy1"/>
    <dgm:cxn modelId="{0CE73964-2E87-42D0-A4F1-D971C39C82B1}" type="presParOf" srcId="{BD4E45F9-8D4A-4665-938F-FABE0BF3B0DE}" destId="{8EAA9A5D-AA08-402E-B129-9601A0F84BC4}" srcOrd="0" destOrd="0" presId="urn:microsoft.com/office/officeart/2005/8/layout/hierarchy1"/>
    <dgm:cxn modelId="{AF42E1F6-7352-4EC1-9BA8-BD7A471EA2E1}" type="presParOf" srcId="{8EAA9A5D-AA08-402E-B129-9601A0F84BC4}" destId="{B2A465BD-7181-42D8-B107-D127950916AF}" srcOrd="0" destOrd="0" presId="urn:microsoft.com/office/officeart/2005/8/layout/hierarchy1"/>
    <dgm:cxn modelId="{38C3DC98-D227-4B99-B0AA-33941743285F}" type="presParOf" srcId="{B2A465BD-7181-42D8-B107-D127950916AF}" destId="{5051401F-E5F7-4583-A82E-57F3F80E936E}" srcOrd="0" destOrd="0" presId="urn:microsoft.com/office/officeart/2005/8/layout/hierarchy1"/>
    <dgm:cxn modelId="{D7F77571-7A74-4438-A6C8-4856FA73FFE6}" type="presParOf" srcId="{B2A465BD-7181-42D8-B107-D127950916AF}" destId="{8E326100-BFEA-48B9-885B-EB6FBF0A528A}" srcOrd="1" destOrd="0" presId="urn:microsoft.com/office/officeart/2005/8/layout/hierarchy1"/>
    <dgm:cxn modelId="{5B3409F3-426C-4D43-B62C-216588812564}" type="presParOf" srcId="{8EAA9A5D-AA08-402E-B129-9601A0F84BC4}" destId="{19464067-B239-48A1-A363-7708662BA2A8}" srcOrd="1" destOrd="0" presId="urn:microsoft.com/office/officeart/2005/8/layout/hierarchy1"/>
    <dgm:cxn modelId="{879E3F12-942C-4DF8-A4D4-21B56B26B09D}" type="presParOf" srcId="{19464067-B239-48A1-A363-7708662BA2A8}" destId="{C78CFAFC-4B72-4BA6-9D6B-4109626A8EE1}" srcOrd="0" destOrd="0" presId="urn:microsoft.com/office/officeart/2005/8/layout/hierarchy1"/>
    <dgm:cxn modelId="{8AE2F960-D98E-46A8-AE84-849DC11AD3B4}" type="presParOf" srcId="{19464067-B239-48A1-A363-7708662BA2A8}" destId="{6440CA48-22D1-40A6-B8F3-AFDA37CE14DC}" srcOrd="1" destOrd="0" presId="urn:microsoft.com/office/officeart/2005/8/layout/hierarchy1"/>
    <dgm:cxn modelId="{7BB19C83-DA39-4E64-85A3-9D9865DDCF2C}" type="presParOf" srcId="{6440CA48-22D1-40A6-B8F3-AFDA37CE14DC}" destId="{38AC5E8E-D3A5-46E0-9280-7DDFE44DB5A2}" srcOrd="0" destOrd="0" presId="urn:microsoft.com/office/officeart/2005/8/layout/hierarchy1"/>
    <dgm:cxn modelId="{D7914389-F86E-474D-9D8B-CF4C535B1376}" type="presParOf" srcId="{38AC5E8E-D3A5-46E0-9280-7DDFE44DB5A2}" destId="{66524CD7-0089-465D-B115-E9996D2A5E2D}" srcOrd="0" destOrd="0" presId="urn:microsoft.com/office/officeart/2005/8/layout/hierarchy1"/>
    <dgm:cxn modelId="{B7CF5EC6-5210-4E67-BFDE-B1B0EE0E3873}" type="presParOf" srcId="{38AC5E8E-D3A5-46E0-9280-7DDFE44DB5A2}" destId="{9F614436-B2AF-4916-8AAB-68017E413644}" srcOrd="1" destOrd="0" presId="urn:microsoft.com/office/officeart/2005/8/layout/hierarchy1"/>
    <dgm:cxn modelId="{3784A73D-62D7-4AD2-9E14-C4E5D1CE5846}" type="presParOf" srcId="{6440CA48-22D1-40A6-B8F3-AFDA37CE14DC}" destId="{28B94AF4-F328-4C5F-9B92-BB6E27D2D21C}" srcOrd="1" destOrd="0" presId="urn:microsoft.com/office/officeart/2005/8/layout/hierarchy1"/>
    <dgm:cxn modelId="{ECA57561-0AD5-4121-A44E-D3896692E688}" type="presParOf" srcId="{28B94AF4-F328-4C5F-9B92-BB6E27D2D21C}" destId="{41308DB9-C245-4B0B-8B14-E76F21E9009B}" srcOrd="0" destOrd="0" presId="urn:microsoft.com/office/officeart/2005/8/layout/hierarchy1"/>
    <dgm:cxn modelId="{FE1349B8-36AC-4737-AD1A-6953D7A92727}" type="presParOf" srcId="{28B94AF4-F328-4C5F-9B92-BB6E27D2D21C}" destId="{062DE555-BB3B-4684-A97C-9987C336F693}" srcOrd="1" destOrd="0" presId="urn:microsoft.com/office/officeart/2005/8/layout/hierarchy1"/>
    <dgm:cxn modelId="{3899AA3A-88E7-4B69-B610-2BD2C301C12A}" type="presParOf" srcId="{062DE555-BB3B-4684-A97C-9987C336F693}" destId="{BB9EC9C7-A5E5-4A03-880D-6764B243F7BF}" srcOrd="0" destOrd="0" presId="urn:microsoft.com/office/officeart/2005/8/layout/hierarchy1"/>
    <dgm:cxn modelId="{39E74F3A-D255-4023-A5C8-C579B5BC3520}" type="presParOf" srcId="{BB9EC9C7-A5E5-4A03-880D-6764B243F7BF}" destId="{57BDC1C4-ABF0-4EEB-9BC3-B4E281A94AC6}" srcOrd="0" destOrd="0" presId="urn:microsoft.com/office/officeart/2005/8/layout/hierarchy1"/>
    <dgm:cxn modelId="{70FA0813-5CF0-495F-9A56-08389277425D}" type="presParOf" srcId="{BB9EC9C7-A5E5-4A03-880D-6764B243F7BF}" destId="{C18758E7-0C2F-4304-B6CE-E8F6AA598885}" srcOrd="1" destOrd="0" presId="urn:microsoft.com/office/officeart/2005/8/layout/hierarchy1"/>
    <dgm:cxn modelId="{F954FA09-E89B-432A-9556-D6D42B9B1C1C}" type="presParOf" srcId="{062DE555-BB3B-4684-A97C-9987C336F693}" destId="{8701F01F-3BFD-4F6C-B301-F743D2D1341A}" srcOrd="1" destOrd="0" presId="urn:microsoft.com/office/officeart/2005/8/layout/hierarchy1"/>
    <dgm:cxn modelId="{E34A8652-50D8-4280-B4FC-901D5DC7B625}" type="presParOf" srcId="{28B94AF4-F328-4C5F-9B92-BB6E27D2D21C}" destId="{4501178F-D6FD-429E-93C9-9E23A8A4B124}" srcOrd="2" destOrd="0" presId="urn:microsoft.com/office/officeart/2005/8/layout/hierarchy1"/>
    <dgm:cxn modelId="{40673D77-8CB8-4787-801A-E46CBED93C2F}" type="presParOf" srcId="{28B94AF4-F328-4C5F-9B92-BB6E27D2D21C}" destId="{DA8D2199-F869-4170-A256-78E56C63787B}" srcOrd="3" destOrd="0" presId="urn:microsoft.com/office/officeart/2005/8/layout/hierarchy1"/>
    <dgm:cxn modelId="{8ACB6B6B-06F5-485B-952B-78E0E879E883}" type="presParOf" srcId="{DA8D2199-F869-4170-A256-78E56C63787B}" destId="{9D19FFB3-9031-4FA6-BF4D-4F7104231DC0}" srcOrd="0" destOrd="0" presId="urn:microsoft.com/office/officeart/2005/8/layout/hierarchy1"/>
    <dgm:cxn modelId="{A6713974-9190-470D-B5D9-7BE1830000D4}" type="presParOf" srcId="{9D19FFB3-9031-4FA6-BF4D-4F7104231DC0}" destId="{EB9B1C90-E59A-4F47-BF20-5C1B7AAD53C3}" srcOrd="0" destOrd="0" presId="urn:microsoft.com/office/officeart/2005/8/layout/hierarchy1"/>
    <dgm:cxn modelId="{474A3FBD-2FE7-4554-8B79-56066B167E43}" type="presParOf" srcId="{9D19FFB3-9031-4FA6-BF4D-4F7104231DC0}" destId="{79B1A299-B081-40B2-A5D6-9C5AB34FFFEC}" srcOrd="1" destOrd="0" presId="urn:microsoft.com/office/officeart/2005/8/layout/hierarchy1"/>
    <dgm:cxn modelId="{86011782-1C16-4A25-9156-F2AFD2B6B70D}" type="presParOf" srcId="{DA8D2199-F869-4170-A256-78E56C63787B}" destId="{2E6D997A-406F-49F8-B150-61552FA974EA}" srcOrd="1" destOrd="0" presId="urn:microsoft.com/office/officeart/2005/8/layout/hierarchy1"/>
    <dgm:cxn modelId="{0209FF24-6277-469E-B7FF-E4EB49CD2A39}" type="presParOf" srcId="{2E6D997A-406F-49F8-B150-61552FA974EA}" destId="{E7D0607A-1060-46D2-AB9E-CFB1960A16A3}" srcOrd="0" destOrd="0" presId="urn:microsoft.com/office/officeart/2005/8/layout/hierarchy1"/>
    <dgm:cxn modelId="{6B18DF68-815B-4B76-8AE8-CE92CD92FF62}" type="presParOf" srcId="{2E6D997A-406F-49F8-B150-61552FA974EA}" destId="{99DBDA07-B77E-4185-AF2A-32801119BACE}" srcOrd="1" destOrd="0" presId="urn:microsoft.com/office/officeart/2005/8/layout/hierarchy1"/>
    <dgm:cxn modelId="{9DFAD3EB-B929-4274-9BBD-1881C0591B53}" type="presParOf" srcId="{99DBDA07-B77E-4185-AF2A-32801119BACE}" destId="{18B5C293-B8B8-4BDF-90F2-22E37E57826E}" srcOrd="0" destOrd="0" presId="urn:microsoft.com/office/officeart/2005/8/layout/hierarchy1"/>
    <dgm:cxn modelId="{D4B7F3F7-81BA-48FF-8811-F553324978AB}" type="presParOf" srcId="{18B5C293-B8B8-4BDF-90F2-22E37E57826E}" destId="{1AD32920-76D5-4C3C-B67A-EB960F927B41}" srcOrd="0" destOrd="0" presId="urn:microsoft.com/office/officeart/2005/8/layout/hierarchy1"/>
    <dgm:cxn modelId="{10085511-9418-4E03-A301-D5114FE46782}" type="presParOf" srcId="{18B5C293-B8B8-4BDF-90F2-22E37E57826E}" destId="{8C4A5C84-C01F-4C99-825A-1D39FCF32C68}" srcOrd="1" destOrd="0" presId="urn:microsoft.com/office/officeart/2005/8/layout/hierarchy1"/>
    <dgm:cxn modelId="{E4D9EC1B-966E-447C-A108-478121B9B36C}" type="presParOf" srcId="{99DBDA07-B77E-4185-AF2A-32801119BACE}" destId="{4B67BB32-0295-47F4-BB1A-D7705304380A}" srcOrd="1" destOrd="0" presId="urn:microsoft.com/office/officeart/2005/8/layout/hierarchy1"/>
    <dgm:cxn modelId="{4C6ECF57-0444-4B6B-B0FC-0568BB52CC68}" type="presParOf" srcId="{2E6D997A-406F-49F8-B150-61552FA974EA}" destId="{AFD5DE99-573B-4690-9BA6-FE6C0DDAAF51}" srcOrd="2" destOrd="0" presId="urn:microsoft.com/office/officeart/2005/8/layout/hierarchy1"/>
    <dgm:cxn modelId="{B0DD8366-68BE-4ACF-99D4-6AA16CCD99D6}" type="presParOf" srcId="{2E6D997A-406F-49F8-B150-61552FA974EA}" destId="{C0DC3F5E-919C-4471-A5FD-6AAADAB8B7A1}" srcOrd="3" destOrd="0" presId="urn:microsoft.com/office/officeart/2005/8/layout/hierarchy1"/>
    <dgm:cxn modelId="{CAFF6C3A-190B-4CE7-9C03-4AA4EA3DB4D8}" type="presParOf" srcId="{C0DC3F5E-919C-4471-A5FD-6AAADAB8B7A1}" destId="{04BE3CFE-739F-483C-BDAD-580890782F1C}" srcOrd="0" destOrd="0" presId="urn:microsoft.com/office/officeart/2005/8/layout/hierarchy1"/>
    <dgm:cxn modelId="{A80D5A9C-F5F1-48C7-8B3E-21CF50A4B4A0}" type="presParOf" srcId="{04BE3CFE-739F-483C-BDAD-580890782F1C}" destId="{D2AAC0A2-8D1A-4C3A-BEB4-81D01E137793}" srcOrd="0" destOrd="0" presId="urn:microsoft.com/office/officeart/2005/8/layout/hierarchy1"/>
    <dgm:cxn modelId="{594BCA9C-40B4-4739-8F03-E15F886DDE67}" type="presParOf" srcId="{04BE3CFE-739F-483C-BDAD-580890782F1C}" destId="{6BDCA508-157D-425B-BD42-3033C4DCA6E9}" srcOrd="1" destOrd="0" presId="urn:microsoft.com/office/officeart/2005/8/layout/hierarchy1"/>
    <dgm:cxn modelId="{07230DC8-46F8-4543-AE92-3F1DC134F691}" type="presParOf" srcId="{C0DC3F5E-919C-4471-A5FD-6AAADAB8B7A1}" destId="{AA36C3D2-87AF-469F-8452-D10A223E59E7}" srcOrd="1" destOrd="0" presId="urn:microsoft.com/office/officeart/2005/8/layout/hierarchy1"/>
    <dgm:cxn modelId="{65466E64-F6EB-4F33-AA9D-BFF8B73B7ACC}" type="presParOf" srcId="{19464067-B239-48A1-A363-7708662BA2A8}" destId="{9E790B11-B36C-427C-8F83-157BA235DE32}" srcOrd="2" destOrd="0" presId="urn:microsoft.com/office/officeart/2005/8/layout/hierarchy1"/>
    <dgm:cxn modelId="{837DCAD3-8965-42FC-A852-C193A9B977EC}" type="presParOf" srcId="{19464067-B239-48A1-A363-7708662BA2A8}" destId="{0A846DE8-7132-4215-BF1C-B898843941CC}" srcOrd="3" destOrd="0" presId="urn:microsoft.com/office/officeart/2005/8/layout/hierarchy1"/>
    <dgm:cxn modelId="{D7671478-B051-4643-AF05-72922D93412B}" type="presParOf" srcId="{0A846DE8-7132-4215-BF1C-B898843941CC}" destId="{E388D86E-36D7-49A1-A5C1-7C5CCB533847}" srcOrd="0" destOrd="0" presId="urn:microsoft.com/office/officeart/2005/8/layout/hierarchy1"/>
    <dgm:cxn modelId="{B823C946-EDF8-48A2-94F8-6D70DFDD0994}" type="presParOf" srcId="{E388D86E-36D7-49A1-A5C1-7C5CCB533847}" destId="{6260FCC7-928E-4B05-BAFA-014219BCAFD1}" srcOrd="0" destOrd="0" presId="urn:microsoft.com/office/officeart/2005/8/layout/hierarchy1"/>
    <dgm:cxn modelId="{1ABAEA05-F24E-4952-8351-06F030D04DDF}" type="presParOf" srcId="{E388D86E-36D7-49A1-A5C1-7C5CCB533847}" destId="{CF3806E0-E030-472A-957F-97968351FFFA}" srcOrd="1" destOrd="0" presId="urn:microsoft.com/office/officeart/2005/8/layout/hierarchy1"/>
    <dgm:cxn modelId="{6B28B5D4-F046-4701-9116-AFEFCCAC9D8C}" type="presParOf" srcId="{0A846DE8-7132-4215-BF1C-B898843941CC}" destId="{98425221-A3D1-4B27-AE28-941FA752F645}" srcOrd="1" destOrd="0" presId="urn:microsoft.com/office/officeart/2005/8/layout/hierarchy1"/>
    <dgm:cxn modelId="{D3D6785C-D97A-47CA-94C0-0FA87783E13C}" type="presParOf" srcId="{98425221-A3D1-4B27-AE28-941FA752F645}" destId="{7A337A27-4493-4A6E-B55C-2295FBC75B1B}" srcOrd="0" destOrd="0" presId="urn:microsoft.com/office/officeart/2005/8/layout/hierarchy1"/>
    <dgm:cxn modelId="{F599DDDE-EB1C-4161-AA51-798946399A3F}" type="presParOf" srcId="{98425221-A3D1-4B27-AE28-941FA752F645}" destId="{D7788088-471E-49AD-AD24-FE9C18B3117F}" srcOrd="1" destOrd="0" presId="urn:microsoft.com/office/officeart/2005/8/layout/hierarchy1"/>
    <dgm:cxn modelId="{6DF8552F-CC14-467E-B8B8-3D2EDAE18287}" type="presParOf" srcId="{D7788088-471E-49AD-AD24-FE9C18B3117F}" destId="{4A5DD220-55EC-48D3-BEBC-66DD37B74170}" srcOrd="0" destOrd="0" presId="urn:microsoft.com/office/officeart/2005/8/layout/hierarchy1"/>
    <dgm:cxn modelId="{A83909A5-5A32-46AE-928F-2A07A9B28094}" type="presParOf" srcId="{4A5DD220-55EC-48D3-BEBC-66DD37B74170}" destId="{8CAEAE6A-D1EE-4B73-B8F1-F71F21FE94EB}" srcOrd="0" destOrd="0" presId="urn:microsoft.com/office/officeart/2005/8/layout/hierarchy1"/>
    <dgm:cxn modelId="{FE5A4F69-FBF2-49BD-B4F8-7CBA86D54FC6}" type="presParOf" srcId="{4A5DD220-55EC-48D3-BEBC-66DD37B74170}" destId="{80D276F9-3E5B-49FB-9A4D-BF543C790D2F}" srcOrd="1" destOrd="0" presId="urn:microsoft.com/office/officeart/2005/8/layout/hierarchy1"/>
    <dgm:cxn modelId="{EFB89391-38F6-46B5-B43E-6DBF450220D1}" type="presParOf" srcId="{D7788088-471E-49AD-AD24-FE9C18B3117F}" destId="{5030E9E4-2D2C-46A6-8DD5-3E7EF575E6C6}" srcOrd="1" destOrd="0" presId="urn:microsoft.com/office/officeart/2005/8/layout/hierarchy1"/>
    <dgm:cxn modelId="{20A9440B-46A6-444F-843D-0ED6E9D9BC33}" type="presParOf" srcId="{98425221-A3D1-4B27-AE28-941FA752F645}" destId="{0789E30F-913D-465B-A0D9-219A17025856}" srcOrd="2" destOrd="0" presId="urn:microsoft.com/office/officeart/2005/8/layout/hierarchy1"/>
    <dgm:cxn modelId="{9CAE7BCE-4390-4316-A6F9-B3FFE2D23608}" type="presParOf" srcId="{98425221-A3D1-4B27-AE28-941FA752F645}" destId="{A8323A58-C136-43DD-A183-BB1E0C866B1B}" srcOrd="3" destOrd="0" presId="urn:microsoft.com/office/officeart/2005/8/layout/hierarchy1"/>
    <dgm:cxn modelId="{1BBD7399-BCA3-49BA-91AE-168FDD690778}" type="presParOf" srcId="{A8323A58-C136-43DD-A183-BB1E0C866B1B}" destId="{F434ED42-20EF-4683-918A-E607C5B4F167}" srcOrd="0" destOrd="0" presId="urn:microsoft.com/office/officeart/2005/8/layout/hierarchy1"/>
    <dgm:cxn modelId="{CF678F78-70E5-40F2-8618-8CEC58C76B19}" type="presParOf" srcId="{F434ED42-20EF-4683-918A-E607C5B4F167}" destId="{F1D4E88C-CA03-47B0-ADCE-00158ED3250F}" srcOrd="0" destOrd="0" presId="urn:microsoft.com/office/officeart/2005/8/layout/hierarchy1"/>
    <dgm:cxn modelId="{4947A26E-4FBC-454D-8E2B-CD38B39F545C}" type="presParOf" srcId="{F434ED42-20EF-4683-918A-E607C5B4F167}" destId="{02086372-47DD-49A0-A41E-2B647D8ACBDB}" srcOrd="1" destOrd="0" presId="urn:microsoft.com/office/officeart/2005/8/layout/hierarchy1"/>
    <dgm:cxn modelId="{54871AAF-8147-4C7E-BD14-AE935DC42E6F}" type="presParOf" srcId="{A8323A58-C136-43DD-A183-BB1E0C866B1B}" destId="{79EA8E54-6C5B-4DA5-B7F2-CCD197DC8515}" srcOrd="1" destOrd="0" presId="urn:microsoft.com/office/officeart/2005/8/layout/hierarchy1"/>
    <dgm:cxn modelId="{52694A23-CAF6-4D55-AFFF-CEC011BA531A}" type="presParOf" srcId="{79EA8E54-6C5B-4DA5-B7F2-CCD197DC8515}" destId="{41FD3427-CB15-4863-9CFB-245C65E29B1C}" srcOrd="0" destOrd="0" presId="urn:microsoft.com/office/officeart/2005/8/layout/hierarchy1"/>
    <dgm:cxn modelId="{8D77E398-B533-481A-9690-70C1C7C03009}" type="presParOf" srcId="{79EA8E54-6C5B-4DA5-B7F2-CCD197DC8515}" destId="{E6F57B4E-8362-438F-A880-1810E0D1E46C}" srcOrd="1" destOrd="0" presId="urn:microsoft.com/office/officeart/2005/8/layout/hierarchy1"/>
    <dgm:cxn modelId="{FD16CF53-2BFB-416E-BA22-B76AB0BA2382}" type="presParOf" srcId="{E6F57B4E-8362-438F-A880-1810E0D1E46C}" destId="{2BB64925-3F13-4D2B-9383-D3A316313137}" srcOrd="0" destOrd="0" presId="urn:microsoft.com/office/officeart/2005/8/layout/hierarchy1"/>
    <dgm:cxn modelId="{E4C8A212-4D4D-4A2A-AB7F-ADF5BF54FC0B}" type="presParOf" srcId="{2BB64925-3F13-4D2B-9383-D3A316313137}" destId="{B92ABF80-F3EB-4F60-9DE7-50AE0254BE51}" srcOrd="0" destOrd="0" presId="urn:microsoft.com/office/officeart/2005/8/layout/hierarchy1"/>
    <dgm:cxn modelId="{40C46324-A939-44DF-84ED-CD586CCD3909}" type="presParOf" srcId="{2BB64925-3F13-4D2B-9383-D3A316313137}" destId="{690FA523-005F-48FB-B198-B77B5CBF54C4}" srcOrd="1" destOrd="0" presId="urn:microsoft.com/office/officeart/2005/8/layout/hierarchy1"/>
    <dgm:cxn modelId="{FBF0D1B6-D31E-4906-82D1-9541A157DEFB}" type="presParOf" srcId="{E6F57B4E-8362-438F-A880-1810E0D1E46C}" destId="{77E71C1A-7BEE-4E13-BC32-D5BA310C6C83}" srcOrd="1" destOrd="0" presId="urn:microsoft.com/office/officeart/2005/8/layout/hierarchy1"/>
    <dgm:cxn modelId="{33DC4C7A-1A32-4913-B889-7E0F59F8DD28}" type="presParOf" srcId="{79EA8E54-6C5B-4DA5-B7F2-CCD197DC8515}" destId="{2E8FCBAF-32F1-417D-8852-317AEC129750}" srcOrd="2" destOrd="0" presId="urn:microsoft.com/office/officeart/2005/8/layout/hierarchy1"/>
    <dgm:cxn modelId="{2388C3D3-86D2-4AE8-BCB4-CADA3A1B78B3}" type="presParOf" srcId="{79EA8E54-6C5B-4DA5-B7F2-CCD197DC8515}" destId="{E2D3E610-F42D-4A15-9794-CA7EC37475D8}" srcOrd="3" destOrd="0" presId="urn:microsoft.com/office/officeart/2005/8/layout/hierarchy1"/>
    <dgm:cxn modelId="{8E42BF21-931D-4849-8B6E-D5BF05732D9F}" type="presParOf" srcId="{E2D3E610-F42D-4A15-9794-CA7EC37475D8}" destId="{9D9DE771-6C7F-42C4-AB05-E98F8EC3E4D7}" srcOrd="0" destOrd="0" presId="urn:microsoft.com/office/officeart/2005/8/layout/hierarchy1"/>
    <dgm:cxn modelId="{B9732BD4-4A68-45D5-B008-1455F7893B3A}" type="presParOf" srcId="{9D9DE771-6C7F-42C4-AB05-E98F8EC3E4D7}" destId="{C6B2C1D8-E90B-40AC-8883-A0F9D7A0A8CD}" srcOrd="0" destOrd="0" presId="urn:microsoft.com/office/officeart/2005/8/layout/hierarchy1"/>
    <dgm:cxn modelId="{412E36AB-4A0A-4FAC-BF09-FF2E53E1365A}" type="presParOf" srcId="{9D9DE771-6C7F-42C4-AB05-E98F8EC3E4D7}" destId="{3FE3225C-0BD9-4E4E-B817-D201D0266D7B}" srcOrd="1" destOrd="0" presId="urn:microsoft.com/office/officeart/2005/8/layout/hierarchy1"/>
    <dgm:cxn modelId="{51F9DBD8-9A1F-455E-AFFC-9E91736BDAFC}" type="presParOf" srcId="{E2D3E610-F42D-4A15-9794-CA7EC37475D8}" destId="{EAE28B1E-1D43-4B30-9491-991A1AF30DE3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510CA6F-4D57-47F6-B857-6B8C27F04FCF}" type="doc">
      <dgm:prSet loTypeId="urn:microsoft.com/office/officeart/2005/8/layout/lProcess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49B9318-881B-4804-B363-B50FD0C61D55}">
      <dgm:prSet phldrT="[Text]" custT="1"/>
      <dgm:spPr/>
      <dgm:t>
        <a:bodyPr/>
        <a:lstStyle/>
        <a:p>
          <a:r>
            <a:rPr lang="en-US" sz="3600" dirty="0">
              <a:solidFill>
                <a:schemeClr val="bg1"/>
              </a:solidFill>
              <a:latin typeface="Maiandra GD" panose="020E0502030308020204" pitchFamily="34" charset="0"/>
            </a:rPr>
            <a:t>Uncontrolled Rectifier</a:t>
          </a:r>
        </a:p>
      </dgm:t>
    </dgm:pt>
    <dgm:pt modelId="{6E515842-8EAB-45B7-B7F7-038B67A220A8}" type="parTrans" cxnId="{3328E966-1D5D-4536-8059-BBE65C815A98}">
      <dgm:prSet/>
      <dgm:spPr/>
      <dgm:t>
        <a:bodyPr/>
        <a:lstStyle/>
        <a:p>
          <a:endParaRPr lang="en-US">
            <a:solidFill>
              <a:schemeClr val="bg1"/>
            </a:solidFill>
            <a:latin typeface="Maiandra GD" panose="020E0502030308020204" pitchFamily="34" charset="0"/>
          </a:endParaRPr>
        </a:p>
      </dgm:t>
    </dgm:pt>
    <dgm:pt modelId="{3EEFF215-AF68-4526-990A-2BA66BEBFE9B}" type="sibTrans" cxnId="{3328E966-1D5D-4536-8059-BBE65C815A98}">
      <dgm:prSet/>
      <dgm:spPr/>
      <dgm:t>
        <a:bodyPr/>
        <a:lstStyle/>
        <a:p>
          <a:endParaRPr lang="en-US">
            <a:solidFill>
              <a:schemeClr val="bg1"/>
            </a:solidFill>
            <a:latin typeface="Maiandra GD" panose="020E0502030308020204" pitchFamily="34" charset="0"/>
          </a:endParaRPr>
        </a:p>
      </dgm:t>
    </dgm:pt>
    <dgm:pt modelId="{B70FDB27-C6CB-4385-8900-3A1DFDCB618C}">
      <dgm:prSet phldrT="[Text]"/>
      <dgm:spPr/>
      <dgm:t>
        <a:bodyPr/>
        <a:lstStyle/>
        <a:p>
          <a:r>
            <a:rPr lang="en-US" dirty="0">
              <a:solidFill>
                <a:schemeClr val="bg1"/>
              </a:solidFill>
              <a:latin typeface="Maiandra GD" panose="020E0502030308020204" pitchFamily="34" charset="0"/>
            </a:rPr>
            <a:t>Output voltage can’t be controlled, it is fixed depending on the AC input.</a:t>
          </a:r>
        </a:p>
      </dgm:t>
    </dgm:pt>
    <dgm:pt modelId="{46CE06C3-4797-4C68-B5A6-2D3597DFBA0E}" type="parTrans" cxnId="{B4FB527B-51E3-4AEE-A48B-7A885DDC7A85}">
      <dgm:prSet/>
      <dgm:spPr/>
      <dgm:t>
        <a:bodyPr/>
        <a:lstStyle/>
        <a:p>
          <a:endParaRPr lang="en-US">
            <a:solidFill>
              <a:schemeClr val="bg1"/>
            </a:solidFill>
            <a:latin typeface="Maiandra GD" panose="020E0502030308020204" pitchFamily="34" charset="0"/>
          </a:endParaRPr>
        </a:p>
      </dgm:t>
    </dgm:pt>
    <dgm:pt modelId="{885BBE73-55A5-4D7B-AF36-C26C65B4669E}" type="sibTrans" cxnId="{B4FB527B-51E3-4AEE-A48B-7A885DDC7A85}">
      <dgm:prSet/>
      <dgm:spPr/>
      <dgm:t>
        <a:bodyPr/>
        <a:lstStyle/>
        <a:p>
          <a:endParaRPr lang="en-US">
            <a:solidFill>
              <a:schemeClr val="bg1"/>
            </a:solidFill>
            <a:latin typeface="Maiandra GD" panose="020E0502030308020204" pitchFamily="34" charset="0"/>
          </a:endParaRPr>
        </a:p>
      </dgm:t>
    </dgm:pt>
    <dgm:pt modelId="{44AE6872-07B1-4911-A112-79C906DA4D3A}">
      <dgm:prSet phldrT="[Text]"/>
      <dgm:spPr/>
      <dgm:t>
        <a:bodyPr/>
        <a:lstStyle/>
        <a:p>
          <a:r>
            <a:rPr lang="en-US" dirty="0">
              <a:solidFill>
                <a:schemeClr val="bg1"/>
              </a:solidFill>
              <a:latin typeface="Maiandra GD" panose="020E0502030308020204" pitchFamily="34" charset="0"/>
            </a:rPr>
            <a:t>Diode – conducts as long as it is forward biased</a:t>
          </a:r>
        </a:p>
      </dgm:t>
    </dgm:pt>
    <dgm:pt modelId="{9A9043FF-D64E-49BB-B040-F109437C3798}" type="parTrans" cxnId="{62256469-6FE3-403E-8366-23FF1C7F8A61}">
      <dgm:prSet/>
      <dgm:spPr/>
      <dgm:t>
        <a:bodyPr/>
        <a:lstStyle/>
        <a:p>
          <a:endParaRPr lang="en-US">
            <a:solidFill>
              <a:schemeClr val="bg1"/>
            </a:solidFill>
            <a:latin typeface="Maiandra GD" panose="020E0502030308020204" pitchFamily="34" charset="0"/>
          </a:endParaRPr>
        </a:p>
      </dgm:t>
    </dgm:pt>
    <dgm:pt modelId="{2CE489B8-2A0F-4371-8406-F987EBD91C12}" type="sibTrans" cxnId="{62256469-6FE3-403E-8366-23FF1C7F8A61}">
      <dgm:prSet/>
      <dgm:spPr/>
      <dgm:t>
        <a:bodyPr/>
        <a:lstStyle/>
        <a:p>
          <a:endParaRPr lang="en-US">
            <a:solidFill>
              <a:schemeClr val="bg1"/>
            </a:solidFill>
            <a:latin typeface="Maiandra GD" panose="020E0502030308020204" pitchFamily="34" charset="0"/>
          </a:endParaRPr>
        </a:p>
      </dgm:t>
    </dgm:pt>
    <dgm:pt modelId="{80A07D61-51AD-4B9D-B284-1F48FF98911A}">
      <dgm:prSet phldrT="[Text]" custT="1"/>
      <dgm:spPr/>
      <dgm:t>
        <a:bodyPr/>
        <a:lstStyle/>
        <a:p>
          <a:r>
            <a:rPr lang="en-US" sz="3600" dirty="0">
              <a:solidFill>
                <a:schemeClr val="bg1"/>
              </a:solidFill>
              <a:latin typeface="Maiandra GD" panose="020E0502030308020204" pitchFamily="34" charset="0"/>
            </a:rPr>
            <a:t>Controlled Rectifier</a:t>
          </a:r>
        </a:p>
      </dgm:t>
    </dgm:pt>
    <dgm:pt modelId="{76807294-39A6-4A51-8D11-DA68DF2B4571}" type="parTrans" cxnId="{300BA21F-A9D7-456A-AF30-86191F80E123}">
      <dgm:prSet/>
      <dgm:spPr/>
      <dgm:t>
        <a:bodyPr/>
        <a:lstStyle/>
        <a:p>
          <a:endParaRPr lang="en-US">
            <a:solidFill>
              <a:schemeClr val="bg1"/>
            </a:solidFill>
            <a:latin typeface="Maiandra GD" panose="020E0502030308020204" pitchFamily="34" charset="0"/>
          </a:endParaRPr>
        </a:p>
      </dgm:t>
    </dgm:pt>
    <dgm:pt modelId="{96312A40-5CF4-4E69-8134-70266EF9352F}" type="sibTrans" cxnId="{300BA21F-A9D7-456A-AF30-86191F80E123}">
      <dgm:prSet/>
      <dgm:spPr/>
      <dgm:t>
        <a:bodyPr/>
        <a:lstStyle/>
        <a:p>
          <a:endParaRPr lang="en-US">
            <a:solidFill>
              <a:schemeClr val="bg1"/>
            </a:solidFill>
            <a:latin typeface="Maiandra GD" panose="020E0502030308020204" pitchFamily="34" charset="0"/>
          </a:endParaRPr>
        </a:p>
      </dgm:t>
    </dgm:pt>
    <dgm:pt modelId="{53DD4B98-FC82-48C5-8320-CB4769F3FD68}">
      <dgm:prSet phldrT="[Text]"/>
      <dgm:spPr/>
      <dgm:t>
        <a:bodyPr/>
        <a:lstStyle/>
        <a:p>
          <a:r>
            <a:rPr lang="en-US" dirty="0">
              <a:solidFill>
                <a:schemeClr val="bg1"/>
              </a:solidFill>
              <a:latin typeface="Maiandra GD" panose="020E0502030308020204" pitchFamily="34" charset="0"/>
            </a:rPr>
            <a:t>Output Voltage can be varied and changed.</a:t>
          </a:r>
        </a:p>
      </dgm:t>
    </dgm:pt>
    <dgm:pt modelId="{02A934E1-E27C-46C8-86F8-956B8002E3EB}" type="parTrans" cxnId="{803979B2-8CD3-4598-A0B7-8E8DED92F290}">
      <dgm:prSet/>
      <dgm:spPr/>
      <dgm:t>
        <a:bodyPr/>
        <a:lstStyle/>
        <a:p>
          <a:endParaRPr lang="en-US">
            <a:solidFill>
              <a:schemeClr val="bg1"/>
            </a:solidFill>
            <a:latin typeface="Maiandra GD" panose="020E0502030308020204" pitchFamily="34" charset="0"/>
          </a:endParaRPr>
        </a:p>
      </dgm:t>
    </dgm:pt>
    <dgm:pt modelId="{49F4B34D-F245-4EB4-9186-3B89BD222770}" type="sibTrans" cxnId="{803979B2-8CD3-4598-A0B7-8E8DED92F290}">
      <dgm:prSet/>
      <dgm:spPr/>
      <dgm:t>
        <a:bodyPr/>
        <a:lstStyle/>
        <a:p>
          <a:endParaRPr lang="en-US">
            <a:solidFill>
              <a:schemeClr val="bg1"/>
            </a:solidFill>
            <a:latin typeface="Maiandra GD" panose="020E0502030308020204" pitchFamily="34" charset="0"/>
          </a:endParaRPr>
        </a:p>
      </dgm:t>
    </dgm:pt>
    <dgm:pt modelId="{09CD11AA-715B-4CFF-9E20-9E25F8C16DC0}">
      <dgm:prSet phldrT="[Text]"/>
      <dgm:spPr/>
      <dgm:t>
        <a:bodyPr/>
        <a:lstStyle/>
        <a:p>
          <a:r>
            <a:rPr lang="en-US" dirty="0">
              <a:solidFill>
                <a:schemeClr val="bg1"/>
              </a:solidFill>
              <a:latin typeface="Maiandra GD" panose="020E0502030308020204" pitchFamily="34" charset="0"/>
            </a:rPr>
            <a:t>SCR – Silicon Controlled Rectifier; contains anode, cathode, AND control input called gate</a:t>
          </a:r>
        </a:p>
      </dgm:t>
    </dgm:pt>
    <dgm:pt modelId="{D4BD8D47-5BCF-414A-8C11-8DE77B17A715}" type="sibTrans" cxnId="{40383062-B1EB-451D-8F08-D0B1480D7EAA}">
      <dgm:prSet/>
      <dgm:spPr/>
      <dgm:t>
        <a:bodyPr/>
        <a:lstStyle/>
        <a:p>
          <a:endParaRPr lang="en-US">
            <a:solidFill>
              <a:schemeClr val="bg1"/>
            </a:solidFill>
            <a:latin typeface="Maiandra GD" panose="020E0502030308020204" pitchFamily="34" charset="0"/>
          </a:endParaRPr>
        </a:p>
      </dgm:t>
    </dgm:pt>
    <dgm:pt modelId="{D472B897-4654-4558-97F9-A1DBBC0C8804}" type="parTrans" cxnId="{40383062-B1EB-451D-8F08-D0B1480D7EAA}">
      <dgm:prSet/>
      <dgm:spPr/>
      <dgm:t>
        <a:bodyPr/>
        <a:lstStyle/>
        <a:p>
          <a:endParaRPr lang="en-US">
            <a:solidFill>
              <a:schemeClr val="bg1"/>
            </a:solidFill>
            <a:latin typeface="Maiandra GD" panose="020E0502030308020204" pitchFamily="34" charset="0"/>
          </a:endParaRPr>
        </a:p>
      </dgm:t>
    </dgm:pt>
    <dgm:pt modelId="{64218B5D-72BE-4639-A382-6E6090DCFFE8}">
      <dgm:prSet phldrT="[Text]"/>
      <dgm:spPr/>
      <dgm:t>
        <a:bodyPr/>
        <a:lstStyle/>
        <a:p>
          <a:r>
            <a:rPr lang="en-US" dirty="0">
              <a:solidFill>
                <a:schemeClr val="bg1"/>
              </a:solidFill>
              <a:latin typeface="Maiandra GD" panose="020E0502030308020204" pitchFamily="34" charset="0"/>
            </a:rPr>
            <a:t>Not in the operator’s control.</a:t>
          </a:r>
        </a:p>
      </dgm:t>
    </dgm:pt>
    <dgm:pt modelId="{0C1015B5-C2CA-42AF-85BA-F808F6073B8A}" type="parTrans" cxnId="{C4BD7FC7-2A40-4018-B73A-224A001D3735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F213E917-1668-48EA-91F3-8F1627792082}" type="sibTrans" cxnId="{C4BD7FC7-2A40-4018-B73A-224A001D3735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19B11818-5BCD-445F-AD38-D30AA7389BA9}">
      <dgm:prSet phldrT="[Text]"/>
      <dgm:spPr/>
      <dgm:t>
        <a:bodyPr/>
        <a:lstStyle/>
        <a:p>
          <a:r>
            <a:rPr lang="en-US" dirty="0">
              <a:solidFill>
                <a:schemeClr val="bg1"/>
              </a:solidFill>
              <a:latin typeface="Maiandra GD" panose="020E0502030308020204" pitchFamily="34" charset="0"/>
            </a:rPr>
            <a:t>Starts forward conduction only when there is a pulse at the gate input.</a:t>
          </a:r>
        </a:p>
      </dgm:t>
    </dgm:pt>
    <dgm:pt modelId="{2EFFDB17-5962-49B2-9871-49BA66046B20}" type="parTrans" cxnId="{606351A5-9E35-4EF7-9452-6275DBFC8585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5433B1BF-8082-42B5-9F46-28BD1DFDC979}" type="sibTrans" cxnId="{606351A5-9E35-4EF7-9452-6275DBFC8585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B91C5CB2-1B41-4E08-BC86-0B905FDA3060}" type="pres">
      <dgm:prSet presAssocID="{F510CA6F-4D57-47F6-B857-6B8C27F04FCF}" presName="theList" presStyleCnt="0">
        <dgm:presLayoutVars>
          <dgm:dir/>
          <dgm:animLvl val="lvl"/>
          <dgm:resizeHandles val="exact"/>
        </dgm:presLayoutVars>
      </dgm:prSet>
      <dgm:spPr/>
    </dgm:pt>
    <dgm:pt modelId="{2C54B8F6-624A-446A-90BE-DBEC22F34315}" type="pres">
      <dgm:prSet presAssocID="{449B9318-881B-4804-B363-B50FD0C61D55}" presName="compNode" presStyleCnt="0"/>
      <dgm:spPr/>
    </dgm:pt>
    <dgm:pt modelId="{B5EEBC43-959D-4C3D-A635-0586EB12A849}" type="pres">
      <dgm:prSet presAssocID="{449B9318-881B-4804-B363-B50FD0C61D55}" presName="aNode" presStyleLbl="bgShp" presStyleIdx="0" presStyleCnt="2"/>
      <dgm:spPr/>
    </dgm:pt>
    <dgm:pt modelId="{14D12D34-D8E4-4AD2-A174-EC2344565A2E}" type="pres">
      <dgm:prSet presAssocID="{449B9318-881B-4804-B363-B50FD0C61D55}" presName="textNode" presStyleLbl="bgShp" presStyleIdx="0" presStyleCnt="2"/>
      <dgm:spPr/>
    </dgm:pt>
    <dgm:pt modelId="{BE9DFEFD-B6BB-4DB6-8D58-F354B04AFBE3}" type="pres">
      <dgm:prSet presAssocID="{449B9318-881B-4804-B363-B50FD0C61D55}" presName="compChildNode" presStyleCnt="0"/>
      <dgm:spPr/>
    </dgm:pt>
    <dgm:pt modelId="{067C16CB-27B7-4736-9254-9F80FEF48F89}" type="pres">
      <dgm:prSet presAssocID="{449B9318-881B-4804-B363-B50FD0C61D55}" presName="theInnerList" presStyleCnt="0"/>
      <dgm:spPr/>
    </dgm:pt>
    <dgm:pt modelId="{89855A14-490A-4C3D-A7A2-CEDF3EBBB1C8}" type="pres">
      <dgm:prSet presAssocID="{B70FDB27-C6CB-4385-8900-3A1DFDCB618C}" presName="childNode" presStyleLbl="node1" presStyleIdx="0" presStyleCnt="6">
        <dgm:presLayoutVars>
          <dgm:bulletEnabled val="1"/>
        </dgm:presLayoutVars>
      </dgm:prSet>
      <dgm:spPr/>
    </dgm:pt>
    <dgm:pt modelId="{1B15DD3E-689A-4D7B-9C53-E135154B7D4E}" type="pres">
      <dgm:prSet presAssocID="{B70FDB27-C6CB-4385-8900-3A1DFDCB618C}" presName="aSpace2" presStyleCnt="0"/>
      <dgm:spPr/>
    </dgm:pt>
    <dgm:pt modelId="{B956822D-4CBA-474C-A503-F7D10B454291}" type="pres">
      <dgm:prSet presAssocID="{44AE6872-07B1-4911-A112-79C906DA4D3A}" presName="childNode" presStyleLbl="node1" presStyleIdx="1" presStyleCnt="6">
        <dgm:presLayoutVars>
          <dgm:bulletEnabled val="1"/>
        </dgm:presLayoutVars>
      </dgm:prSet>
      <dgm:spPr/>
    </dgm:pt>
    <dgm:pt modelId="{65A85F0D-BF98-42B5-B99A-E95B8C27DBF3}" type="pres">
      <dgm:prSet presAssocID="{44AE6872-07B1-4911-A112-79C906DA4D3A}" presName="aSpace2" presStyleCnt="0"/>
      <dgm:spPr/>
    </dgm:pt>
    <dgm:pt modelId="{BBC25C3C-A274-444D-927D-6E5DE5E162B7}" type="pres">
      <dgm:prSet presAssocID="{64218B5D-72BE-4639-A382-6E6090DCFFE8}" presName="childNode" presStyleLbl="node1" presStyleIdx="2" presStyleCnt="6">
        <dgm:presLayoutVars>
          <dgm:bulletEnabled val="1"/>
        </dgm:presLayoutVars>
      </dgm:prSet>
      <dgm:spPr/>
    </dgm:pt>
    <dgm:pt modelId="{5826745E-0D1E-4471-9136-FBB9007F62C0}" type="pres">
      <dgm:prSet presAssocID="{449B9318-881B-4804-B363-B50FD0C61D55}" presName="aSpace" presStyleCnt="0"/>
      <dgm:spPr/>
    </dgm:pt>
    <dgm:pt modelId="{73104E85-75FA-45F9-8911-54E8D4E0E041}" type="pres">
      <dgm:prSet presAssocID="{80A07D61-51AD-4B9D-B284-1F48FF98911A}" presName="compNode" presStyleCnt="0"/>
      <dgm:spPr/>
    </dgm:pt>
    <dgm:pt modelId="{D07D17CB-B8EA-4BB2-A3CB-8ECE89A3C7BB}" type="pres">
      <dgm:prSet presAssocID="{80A07D61-51AD-4B9D-B284-1F48FF98911A}" presName="aNode" presStyleLbl="bgShp" presStyleIdx="1" presStyleCnt="2"/>
      <dgm:spPr/>
    </dgm:pt>
    <dgm:pt modelId="{B57F17A5-E297-4A7C-92E6-AC9498B04443}" type="pres">
      <dgm:prSet presAssocID="{80A07D61-51AD-4B9D-B284-1F48FF98911A}" presName="textNode" presStyleLbl="bgShp" presStyleIdx="1" presStyleCnt="2"/>
      <dgm:spPr/>
    </dgm:pt>
    <dgm:pt modelId="{B26C699F-D72A-415A-A4AD-4F19D6B7048A}" type="pres">
      <dgm:prSet presAssocID="{80A07D61-51AD-4B9D-B284-1F48FF98911A}" presName="compChildNode" presStyleCnt="0"/>
      <dgm:spPr/>
    </dgm:pt>
    <dgm:pt modelId="{4A2F33DD-B370-4CE5-AF2A-39A68738251B}" type="pres">
      <dgm:prSet presAssocID="{80A07D61-51AD-4B9D-B284-1F48FF98911A}" presName="theInnerList" presStyleCnt="0"/>
      <dgm:spPr/>
    </dgm:pt>
    <dgm:pt modelId="{EAC5585B-5DA8-4755-81EC-0FB4C8EC86E9}" type="pres">
      <dgm:prSet presAssocID="{53DD4B98-FC82-48C5-8320-CB4769F3FD68}" presName="childNode" presStyleLbl="node1" presStyleIdx="3" presStyleCnt="6">
        <dgm:presLayoutVars>
          <dgm:bulletEnabled val="1"/>
        </dgm:presLayoutVars>
      </dgm:prSet>
      <dgm:spPr/>
    </dgm:pt>
    <dgm:pt modelId="{21312514-AF49-4357-9232-43766C086BBF}" type="pres">
      <dgm:prSet presAssocID="{53DD4B98-FC82-48C5-8320-CB4769F3FD68}" presName="aSpace2" presStyleCnt="0"/>
      <dgm:spPr/>
    </dgm:pt>
    <dgm:pt modelId="{9311A495-1EC4-483C-8F35-D3B4A015CC1C}" type="pres">
      <dgm:prSet presAssocID="{09CD11AA-715B-4CFF-9E20-9E25F8C16DC0}" presName="childNode" presStyleLbl="node1" presStyleIdx="4" presStyleCnt="6">
        <dgm:presLayoutVars>
          <dgm:bulletEnabled val="1"/>
        </dgm:presLayoutVars>
      </dgm:prSet>
      <dgm:spPr/>
    </dgm:pt>
    <dgm:pt modelId="{C8DA057D-AB79-4DFE-84E7-EE9930683598}" type="pres">
      <dgm:prSet presAssocID="{09CD11AA-715B-4CFF-9E20-9E25F8C16DC0}" presName="aSpace2" presStyleCnt="0"/>
      <dgm:spPr/>
    </dgm:pt>
    <dgm:pt modelId="{CBDCD343-4AA5-4A4C-879C-B650DA1DAF50}" type="pres">
      <dgm:prSet presAssocID="{19B11818-5BCD-445F-AD38-D30AA7389BA9}" presName="childNode" presStyleLbl="node1" presStyleIdx="5" presStyleCnt="6">
        <dgm:presLayoutVars>
          <dgm:bulletEnabled val="1"/>
        </dgm:presLayoutVars>
      </dgm:prSet>
      <dgm:spPr/>
    </dgm:pt>
  </dgm:ptLst>
  <dgm:cxnLst>
    <dgm:cxn modelId="{8040017D-E5F8-4D84-A1E5-89E26A5934E0}" type="presOf" srcId="{53DD4B98-FC82-48C5-8320-CB4769F3FD68}" destId="{EAC5585B-5DA8-4755-81EC-0FB4C8EC86E9}" srcOrd="0" destOrd="0" presId="urn:microsoft.com/office/officeart/2005/8/layout/lProcess2"/>
    <dgm:cxn modelId="{62256469-6FE3-403E-8366-23FF1C7F8A61}" srcId="{449B9318-881B-4804-B363-B50FD0C61D55}" destId="{44AE6872-07B1-4911-A112-79C906DA4D3A}" srcOrd="1" destOrd="0" parTransId="{9A9043FF-D64E-49BB-B040-F109437C3798}" sibTransId="{2CE489B8-2A0F-4371-8406-F987EBD91C12}"/>
    <dgm:cxn modelId="{803979B2-8CD3-4598-A0B7-8E8DED92F290}" srcId="{80A07D61-51AD-4B9D-B284-1F48FF98911A}" destId="{53DD4B98-FC82-48C5-8320-CB4769F3FD68}" srcOrd="0" destOrd="0" parTransId="{02A934E1-E27C-46C8-86F8-956B8002E3EB}" sibTransId="{49F4B34D-F245-4EB4-9186-3B89BD222770}"/>
    <dgm:cxn modelId="{F4347A66-6112-4508-9FF6-F89B63A39643}" type="presOf" srcId="{449B9318-881B-4804-B363-B50FD0C61D55}" destId="{B5EEBC43-959D-4C3D-A635-0586EB12A849}" srcOrd="0" destOrd="0" presId="urn:microsoft.com/office/officeart/2005/8/layout/lProcess2"/>
    <dgm:cxn modelId="{EC58A4F1-8B0C-4342-8534-57AA49F995F3}" type="presOf" srcId="{80A07D61-51AD-4B9D-B284-1F48FF98911A}" destId="{D07D17CB-B8EA-4BB2-A3CB-8ECE89A3C7BB}" srcOrd="0" destOrd="0" presId="urn:microsoft.com/office/officeart/2005/8/layout/lProcess2"/>
    <dgm:cxn modelId="{300BA21F-A9D7-456A-AF30-86191F80E123}" srcId="{F510CA6F-4D57-47F6-B857-6B8C27F04FCF}" destId="{80A07D61-51AD-4B9D-B284-1F48FF98911A}" srcOrd="1" destOrd="0" parTransId="{76807294-39A6-4A51-8D11-DA68DF2B4571}" sibTransId="{96312A40-5CF4-4E69-8134-70266EF9352F}"/>
    <dgm:cxn modelId="{40383062-B1EB-451D-8F08-D0B1480D7EAA}" srcId="{80A07D61-51AD-4B9D-B284-1F48FF98911A}" destId="{09CD11AA-715B-4CFF-9E20-9E25F8C16DC0}" srcOrd="1" destOrd="0" parTransId="{D472B897-4654-4558-97F9-A1DBBC0C8804}" sibTransId="{D4BD8D47-5BCF-414A-8C11-8DE77B17A715}"/>
    <dgm:cxn modelId="{606351A5-9E35-4EF7-9452-6275DBFC8585}" srcId="{80A07D61-51AD-4B9D-B284-1F48FF98911A}" destId="{19B11818-5BCD-445F-AD38-D30AA7389BA9}" srcOrd="2" destOrd="0" parTransId="{2EFFDB17-5962-49B2-9871-49BA66046B20}" sibTransId="{5433B1BF-8082-42B5-9F46-28BD1DFDC979}"/>
    <dgm:cxn modelId="{58AD8E0D-1394-40B7-988F-509BD32CF3BC}" type="presOf" srcId="{44AE6872-07B1-4911-A112-79C906DA4D3A}" destId="{B956822D-4CBA-474C-A503-F7D10B454291}" srcOrd="0" destOrd="0" presId="urn:microsoft.com/office/officeart/2005/8/layout/lProcess2"/>
    <dgm:cxn modelId="{9B2C303E-A05A-49DD-B49A-082A41AD4D65}" type="presOf" srcId="{09CD11AA-715B-4CFF-9E20-9E25F8C16DC0}" destId="{9311A495-1EC4-483C-8F35-D3B4A015CC1C}" srcOrd="0" destOrd="0" presId="urn:microsoft.com/office/officeart/2005/8/layout/lProcess2"/>
    <dgm:cxn modelId="{BA0E9F0B-8607-42AA-AFAF-190A8F88B79D}" type="presOf" srcId="{449B9318-881B-4804-B363-B50FD0C61D55}" destId="{14D12D34-D8E4-4AD2-A174-EC2344565A2E}" srcOrd="1" destOrd="0" presId="urn:microsoft.com/office/officeart/2005/8/layout/lProcess2"/>
    <dgm:cxn modelId="{BBEEDD15-9C0A-4DDB-A206-D0865B94ECB3}" type="presOf" srcId="{80A07D61-51AD-4B9D-B284-1F48FF98911A}" destId="{B57F17A5-E297-4A7C-92E6-AC9498B04443}" srcOrd="1" destOrd="0" presId="urn:microsoft.com/office/officeart/2005/8/layout/lProcess2"/>
    <dgm:cxn modelId="{968BF0CD-9EFE-4A73-ADBC-B707CA427C58}" type="presOf" srcId="{F510CA6F-4D57-47F6-B857-6B8C27F04FCF}" destId="{B91C5CB2-1B41-4E08-BC86-0B905FDA3060}" srcOrd="0" destOrd="0" presId="urn:microsoft.com/office/officeart/2005/8/layout/lProcess2"/>
    <dgm:cxn modelId="{466EE7B6-52C4-49A8-98CD-A14443278638}" type="presOf" srcId="{64218B5D-72BE-4639-A382-6E6090DCFFE8}" destId="{BBC25C3C-A274-444D-927D-6E5DE5E162B7}" srcOrd="0" destOrd="0" presId="urn:microsoft.com/office/officeart/2005/8/layout/lProcess2"/>
    <dgm:cxn modelId="{3328E966-1D5D-4536-8059-BBE65C815A98}" srcId="{F510CA6F-4D57-47F6-B857-6B8C27F04FCF}" destId="{449B9318-881B-4804-B363-B50FD0C61D55}" srcOrd="0" destOrd="0" parTransId="{6E515842-8EAB-45B7-B7F7-038B67A220A8}" sibTransId="{3EEFF215-AF68-4526-990A-2BA66BEBFE9B}"/>
    <dgm:cxn modelId="{79F9EBD9-3C6C-4E3B-B8B9-FB2CC932A9BE}" type="presOf" srcId="{19B11818-5BCD-445F-AD38-D30AA7389BA9}" destId="{CBDCD343-4AA5-4A4C-879C-B650DA1DAF50}" srcOrd="0" destOrd="0" presId="urn:microsoft.com/office/officeart/2005/8/layout/lProcess2"/>
    <dgm:cxn modelId="{C4BD7FC7-2A40-4018-B73A-224A001D3735}" srcId="{449B9318-881B-4804-B363-B50FD0C61D55}" destId="{64218B5D-72BE-4639-A382-6E6090DCFFE8}" srcOrd="2" destOrd="0" parTransId="{0C1015B5-C2CA-42AF-85BA-F808F6073B8A}" sibTransId="{F213E917-1668-48EA-91F3-8F1627792082}"/>
    <dgm:cxn modelId="{B4FB527B-51E3-4AEE-A48B-7A885DDC7A85}" srcId="{449B9318-881B-4804-B363-B50FD0C61D55}" destId="{B70FDB27-C6CB-4385-8900-3A1DFDCB618C}" srcOrd="0" destOrd="0" parTransId="{46CE06C3-4797-4C68-B5A6-2D3597DFBA0E}" sibTransId="{885BBE73-55A5-4D7B-AF36-C26C65B4669E}"/>
    <dgm:cxn modelId="{84CA5546-7F8B-4D8A-818C-8A7FF555CB3C}" type="presOf" srcId="{B70FDB27-C6CB-4385-8900-3A1DFDCB618C}" destId="{89855A14-490A-4C3D-A7A2-CEDF3EBBB1C8}" srcOrd="0" destOrd="0" presId="urn:microsoft.com/office/officeart/2005/8/layout/lProcess2"/>
    <dgm:cxn modelId="{5C18325A-4970-4A53-BA6D-47DCDCBC42BD}" type="presParOf" srcId="{B91C5CB2-1B41-4E08-BC86-0B905FDA3060}" destId="{2C54B8F6-624A-446A-90BE-DBEC22F34315}" srcOrd="0" destOrd="0" presId="urn:microsoft.com/office/officeart/2005/8/layout/lProcess2"/>
    <dgm:cxn modelId="{D0DBF8B4-BE96-4F4D-B0CA-EE365511D4B7}" type="presParOf" srcId="{2C54B8F6-624A-446A-90BE-DBEC22F34315}" destId="{B5EEBC43-959D-4C3D-A635-0586EB12A849}" srcOrd="0" destOrd="0" presId="urn:microsoft.com/office/officeart/2005/8/layout/lProcess2"/>
    <dgm:cxn modelId="{2145F850-9845-4B2C-A20B-3E5BBF95E782}" type="presParOf" srcId="{2C54B8F6-624A-446A-90BE-DBEC22F34315}" destId="{14D12D34-D8E4-4AD2-A174-EC2344565A2E}" srcOrd="1" destOrd="0" presId="urn:microsoft.com/office/officeart/2005/8/layout/lProcess2"/>
    <dgm:cxn modelId="{D41653EB-CAAE-4FD7-A2C9-57507582D4F0}" type="presParOf" srcId="{2C54B8F6-624A-446A-90BE-DBEC22F34315}" destId="{BE9DFEFD-B6BB-4DB6-8D58-F354B04AFBE3}" srcOrd="2" destOrd="0" presId="urn:microsoft.com/office/officeart/2005/8/layout/lProcess2"/>
    <dgm:cxn modelId="{378A1AFA-983E-4629-9343-C01A266833F9}" type="presParOf" srcId="{BE9DFEFD-B6BB-4DB6-8D58-F354B04AFBE3}" destId="{067C16CB-27B7-4736-9254-9F80FEF48F89}" srcOrd="0" destOrd="0" presId="urn:microsoft.com/office/officeart/2005/8/layout/lProcess2"/>
    <dgm:cxn modelId="{EDEB9815-3370-4D57-A9A9-C81F026C9A69}" type="presParOf" srcId="{067C16CB-27B7-4736-9254-9F80FEF48F89}" destId="{89855A14-490A-4C3D-A7A2-CEDF3EBBB1C8}" srcOrd="0" destOrd="0" presId="urn:microsoft.com/office/officeart/2005/8/layout/lProcess2"/>
    <dgm:cxn modelId="{C3743047-9BDF-4899-BC30-5B2B0DAEF800}" type="presParOf" srcId="{067C16CB-27B7-4736-9254-9F80FEF48F89}" destId="{1B15DD3E-689A-4D7B-9C53-E135154B7D4E}" srcOrd="1" destOrd="0" presId="urn:microsoft.com/office/officeart/2005/8/layout/lProcess2"/>
    <dgm:cxn modelId="{25279C4F-CD24-4F16-970E-B9D5F5923FB8}" type="presParOf" srcId="{067C16CB-27B7-4736-9254-9F80FEF48F89}" destId="{B956822D-4CBA-474C-A503-F7D10B454291}" srcOrd="2" destOrd="0" presId="urn:microsoft.com/office/officeart/2005/8/layout/lProcess2"/>
    <dgm:cxn modelId="{206B162C-6763-4946-8A7A-ABEEA215A6AA}" type="presParOf" srcId="{067C16CB-27B7-4736-9254-9F80FEF48F89}" destId="{65A85F0D-BF98-42B5-B99A-E95B8C27DBF3}" srcOrd="3" destOrd="0" presId="urn:microsoft.com/office/officeart/2005/8/layout/lProcess2"/>
    <dgm:cxn modelId="{31D37319-6885-408B-B648-E18EEAE23FCB}" type="presParOf" srcId="{067C16CB-27B7-4736-9254-9F80FEF48F89}" destId="{BBC25C3C-A274-444D-927D-6E5DE5E162B7}" srcOrd="4" destOrd="0" presId="urn:microsoft.com/office/officeart/2005/8/layout/lProcess2"/>
    <dgm:cxn modelId="{A7079627-9F89-41EE-A3E3-37096BDA305E}" type="presParOf" srcId="{B91C5CB2-1B41-4E08-BC86-0B905FDA3060}" destId="{5826745E-0D1E-4471-9136-FBB9007F62C0}" srcOrd="1" destOrd="0" presId="urn:microsoft.com/office/officeart/2005/8/layout/lProcess2"/>
    <dgm:cxn modelId="{7E7459F8-C0C2-43BC-A9DF-9D891F03DAFF}" type="presParOf" srcId="{B91C5CB2-1B41-4E08-BC86-0B905FDA3060}" destId="{73104E85-75FA-45F9-8911-54E8D4E0E041}" srcOrd="2" destOrd="0" presId="urn:microsoft.com/office/officeart/2005/8/layout/lProcess2"/>
    <dgm:cxn modelId="{14F489D4-F1A9-4975-9928-6B327F5E0457}" type="presParOf" srcId="{73104E85-75FA-45F9-8911-54E8D4E0E041}" destId="{D07D17CB-B8EA-4BB2-A3CB-8ECE89A3C7BB}" srcOrd="0" destOrd="0" presId="urn:microsoft.com/office/officeart/2005/8/layout/lProcess2"/>
    <dgm:cxn modelId="{33F85AFA-4DC3-47B8-8C53-9F25780AF0FF}" type="presParOf" srcId="{73104E85-75FA-45F9-8911-54E8D4E0E041}" destId="{B57F17A5-E297-4A7C-92E6-AC9498B04443}" srcOrd="1" destOrd="0" presId="urn:microsoft.com/office/officeart/2005/8/layout/lProcess2"/>
    <dgm:cxn modelId="{A86887CF-E47E-4A53-B286-3EE0C0F1DC7B}" type="presParOf" srcId="{73104E85-75FA-45F9-8911-54E8D4E0E041}" destId="{B26C699F-D72A-415A-A4AD-4F19D6B7048A}" srcOrd="2" destOrd="0" presId="urn:microsoft.com/office/officeart/2005/8/layout/lProcess2"/>
    <dgm:cxn modelId="{99A37C98-3DCB-4B2B-BA8F-CA4417498CE8}" type="presParOf" srcId="{B26C699F-D72A-415A-A4AD-4F19D6B7048A}" destId="{4A2F33DD-B370-4CE5-AF2A-39A68738251B}" srcOrd="0" destOrd="0" presId="urn:microsoft.com/office/officeart/2005/8/layout/lProcess2"/>
    <dgm:cxn modelId="{2392D737-79B9-4FB3-9126-58343778AB2F}" type="presParOf" srcId="{4A2F33DD-B370-4CE5-AF2A-39A68738251B}" destId="{EAC5585B-5DA8-4755-81EC-0FB4C8EC86E9}" srcOrd="0" destOrd="0" presId="urn:microsoft.com/office/officeart/2005/8/layout/lProcess2"/>
    <dgm:cxn modelId="{A4963A27-8FAE-4A0E-9249-0798EE08A158}" type="presParOf" srcId="{4A2F33DD-B370-4CE5-AF2A-39A68738251B}" destId="{21312514-AF49-4357-9232-43766C086BBF}" srcOrd="1" destOrd="0" presId="urn:microsoft.com/office/officeart/2005/8/layout/lProcess2"/>
    <dgm:cxn modelId="{EEE2A2C9-F073-4B4B-9427-5968F4B33A7C}" type="presParOf" srcId="{4A2F33DD-B370-4CE5-AF2A-39A68738251B}" destId="{9311A495-1EC4-483C-8F35-D3B4A015CC1C}" srcOrd="2" destOrd="0" presId="urn:microsoft.com/office/officeart/2005/8/layout/lProcess2"/>
    <dgm:cxn modelId="{E1C9B2D9-D96C-4714-A93B-1927D3171C5A}" type="presParOf" srcId="{4A2F33DD-B370-4CE5-AF2A-39A68738251B}" destId="{C8DA057D-AB79-4DFE-84E7-EE9930683598}" srcOrd="3" destOrd="0" presId="urn:microsoft.com/office/officeart/2005/8/layout/lProcess2"/>
    <dgm:cxn modelId="{B0668656-D0AF-4E9E-99EA-03B1B25F515A}" type="presParOf" srcId="{4A2F33DD-B370-4CE5-AF2A-39A68738251B}" destId="{CBDCD343-4AA5-4A4C-879C-B650DA1DAF50}" srcOrd="4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9126624-DEA1-4599-B2F6-09E49CDE8637}" type="doc">
      <dgm:prSet loTypeId="urn:microsoft.com/office/officeart/2005/8/layout/hList7" loCatId="list" qsTypeId="urn:microsoft.com/office/officeart/2005/8/quickstyle/simple1" qsCatId="simple" csTypeId="urn:microsoft.com/office/officeart/2005/8/colors/accent1_2" csCatId="accent1" phldr="1"/>
      <dgm:spPr/>
    </dgm:pt>
    <dgm:pt modelId="{9ECF962D-44C1-4A31-B0C1-72BC3B752B20}">
      <dgm:prSet phldrT="[Text]"/>
      <dgm:spPr/>
      <dgm:t>
        <a:bodyPr/>
        <a:lstStyle/>
        <a:p>
          <a:r>
            <a:rPr lang="en-US" dirty="0">
              <a:latin typeface="Maiandra GD" panose="020E0502030308020204" pitchFamily="34" charset="0"/>
            </a:rPr>
            <a:t>Dual-Voltage Transformer</a:t>
          </a:r>
        </a:p>
      </dgm:t>
    </dgm:pt>
    <dgm:pt modelId="{8D82332C-05C1-4F58-9418-3E0A1C376B4F}" type="parTrans" cxnId="{2517180F-CD9B-4277-9474-62F7822209D0}">
      <dgm:prSet/>
      <dgm:spPr/>
      <dgm:t>
        <a:bodyPr/>
        <a:lstStyle/>
        <a:p>
          <a:endParaRPr lang="en-US">
            <a:latin typeface="Maiandra GD" panose="020E0502030308020204" pitchFamily="34" charset="0"/>
          </a:endParaRPr>
        </a:p>
      </dgm:t>
    </dgm:pt>
    <dgm:pt modelId="{D2E5550C-042A-408F-A835-81B1BA8A2D25}" type="sibTrans" cxnId="{2517180F-CD9B-4277-9474-62F7822209D0}">
      <dgm:prSet/>
      <dgm:spPr/>
      <dgm:t>
        <a:bodyPr/>
        <a:lstStyle/>
        <a:p>
          <a:endParaRPr lang="en-US">
            <a:latin typeface="Maiandra GD" panose="020E0502030308020204" pitchFamily="34" charset="0"/>
          </a:endParaRPr>
        </a:p>
      </dgm:t>
    </dgm:pt>
    <dgm:pt modelId="{5FABD373-B1C9-4950-8607-CFD0068B7436}">
      <dgm:prSet phldrT="[Text]"/>
      <dgm:spPr/>
      <dgm:t>
        <a:bodyPr/>
        <a:lstStyle/>
        <a:p>
          <a:r>
            <a:rPr lang="en-US" dirty="0">
              <a:latin typeface="Maiandra GD" panose="020E0502030308020204" pitchFamily="34" charset="0"/>
            </a:rPr>
            <a:t>2 Inputs and 3 Output Terminals</a:t>
          </a:r>
        </a:p>
      </dgm:t>
    </dgm:pt>
    <dgm:pt modelId="{F4C48F3A-A081-4D5D-A2FF-FBA50C2A0A70}" type="parTrans" cxnId="{A8CDF72B-7B8D-4637-A88A-81D2A13960D1}">
      <dgm:prSet/>
      <dgm:spPr/>
      <dgm:t>
        <a:bodyPr/>
        <a:lstStyle/>
        <a:p>
          <a:endParaRPr lang="en-US">
            <a:latin typeface="Maiandra GD" panose="020E0502030308020204" pitchFamily="34" charset="0"/>
          </a:endParaRPr>
        </a:p>
      </dgm:t>
    </dgm:pt>
    <dgm:pt modelId="{AE3CC4CB-4568-477D-928C-E7509A38F724}" type="sibTrans" cxnId="{A8CDF72B-7B8D-4637-A88A-81D2A13960D1}">
      <dgm:prSet/>
      <dgm:spPr/>
      <dgm:t>
        <a:bodyPr/>
        <a:lstStyle/>
        <a:p>
          <a:endParaRPr lang="en-US">
            <a:latin typeface="Maiandra GD" panose="020E0502030308020204" pitchFamily="34" charset="0"/>
          </a:endParaRPr>
        </a:p>
      </dgm:t>
    </dgm:pt>
    <dgm:pt modelId="{72617257-D396-4259-95C9-54F779602224}">
      <dgm:prSet phldrT="[Text]"/>
      <dgm:spPr/>
      <dgm:t>
        <a:bodyPr/>
        <a:lstStyle/>
        <a:p>
          <a:r>
            <a:rPr lang="en-US" dirty="0">
              <a:latin typeface="Maiandra GD" panose="020E0502030308020204" pitchFamily="34" charset="0"/>
            </a:rPr>
            <a:t>Terminal connected to </a:t>
          </a:r>
          <a:r>
            <a:rPr lang="en-US" dirty="0" err="1">
              <a:latin typeface="Maiandra GD" panose="020E0502030308020204" pitchFamily="34" charset="0"/>
            </a:rPr>
            <a:t>centre</a:t>
          </a:r>
          <a:r>
            <a:rPr lang="en-US" dirty="0">
              <a:latin typeface="Maiandra GD" panose="020E0502030308020204" pitchFamily="34" charset="0"/>
            </a:rPr>
            <a:t> acts as reference ground</a:t>
          </a:r>
        </a:p>
      </dgm:t>
    </dgm:pt>
    <dgm:pt modelId="{DC2C85B6-93E9-4237-9BED-C60B85D31EC2}" type="sibTrans" cxnId="{0C73ED69-B07B-4D17-806F-4E9A284347E3}">
      <dgm:prSet/>
      <dgm:spPr/>
      <dgm:t>
        <a:bodyPr/>
        <a:lstStyle/>
        <a:p>
          <a:endParaRPr lang="en-US">
            <a:latin typeface="Maiandra GD" panose="020E0502030308020204" pitchFamily="34" charset="0"/>
          </a:endParaRPr>
        </a:p>
      </dgm:t>
    </dgm:pt>
    <dgm:pt modelId="{1671267D-EE71-4B8E-B2F6-0437023735C5}" type="parTrans" cxnId="{0C73ED69-B07B-4D17-806F-4E9A284347E3}">
      <dgm:prSet/>
      <dgm:spPr/>
      <dgm:t>
        <a:bodyPr/>
        <a:lstStyle/>
        <a:p>
          <a:endParaRPr lang="en-US">
            <a:latin typeface="Maiandra GD" panose="020E0502030308020204" pitchFamily="34" charset="0"/>
          </a:endParaRPr>
        </a:p>
      </dgm:t>
    </dgm:pt>
    <dgm:pt modelId="{1EBC3DE2-5828-44BA-B282-46C73E1968BA}" type="pres">
      <dgm:prSet presAssocID="{59126624-DEA1-4599-B2F6-09E49CDE8637}" presName="Name0" presStyleCnt="0">
        <dgm:presLayoutVars>
          <dgm:dir/>
          <dgm:resizeHandles val="exact"/>
        </dgm:presLayoutVars>
      </dgm:prSet>
      <dgm:spPr/>
    </dgm:pt>
    <dgm:pt modelId="{7C9DCE32-DDA8-4856-B918-A172C5C0A794}" type="pres">
      <dgm:prSet presAssocID="{59126624-DEA1-4599-B2F6-09E49CDE8637}" presName="fgShape" presStyleLbl="fgShp" presStyleIdx="0" presStyleCnt="1"/>
      <dgm:spPr/>
    </dgm:pt>
    <dgm:pt modelId="{CAF6FA6E-880B-4097-9581-3B30C1970E02}" type="pres">
      <dgm:prSet presAssocID="{59126624-DEA1-4599-B2F6-09E49CDE8637}" presName="linComp" presStyleCnt="0"/>
      <dgm:spPr/>
    </dgm:pt>
    <dgm:pt modelId="{D43452F8-A8C8-461B-9B86-283D937CA5DF}" type="pres">
      <dgm:prSet presAssocID="{9ECF962D-44C1-4A31-B0C1-72BC3B752B20}" presName="compNode" presStyleCnt="0"/>
      <dgm:spPr/>
    </dgm:pt>
    <dgm:pt modelId="{427C13DA-9490-4A1E-B95D-02CB4CEC6C46}" type="pres">
      <dgm:prSet presAssocID="{9ECF962D-44C1-4A31-B0C1-72BC3B752B20}" presName="bkgdShape" presStyleLbl="node1" presStyleIdx="0" presStyleCnt="3"/>
      <dgm:spPr/>
    </dgm:pt>
    <dgm:pt modelId="{2DC10F2B-68CE-459C-8105-30D00D14FF66}" type="pres">
      <dgm:prSet presAssocID="{9ECF962D-44C1-4A31-B0C1-72BC3B752B20}" presName="nodeTx" presStyleLbl="node1" presStyleIdx="0" presStyleCnt="3">
        <dgm:presLayoutVars>
          <dgm:bulletEnabled val="1"/>
        </dgm:presLayoutVars>
      </dgm:prSet>
      <dgm:spPr/>
    </dgm:pt>
    <dgm:pt modelId="{D1690C8E-916D-4B61-83B0-E09A83ACB4AB}" type="pres">
      <dgm:prSet presAssocID="{9ECF962D-44C1-4A31-B0C1-72BC3B752B20}" presName="invisiNode" presStyleLbl="node1" presStyleIdx="0" presStyleCnt="3"/>
      <dgm:spPr/>
    </dgm:pt>
    <dgm:pt modelId="{F2AD6F6A-9EE2-4DBB-8B7E-B9C9A7A8915A}" type="pres">
      <dgm:prSet presAssocID="{9ECF962D-44C1-4A31-B0C1-72BC3B752B20}" presName="imagNode" presStyleLbl="fgImgPlace1" presStyleIdx="0" presStyleCnt="3" custScaleX="171053" custLinFactNeighborX="-984"/>
      <dgm:spPr>
        <a:prstGeom prst="roundRect">
          <a:avLst/>
        </a:prstGeom>
        <a:blipFill rotWithShape="1">
          <a:blip xmlns:r="http://schemas.openxmlformats.org/officeDocument/2006/relationships" r:embed="rId1"/>
          <a:stretch>
            <a:fillRect/>
          </a:stretch>
        </a:blipFill>
      </dgm:spPr>
    </dgm:pt>
    <dgm:pt modelId="{26FD4360-B1C5-424D-BEC5-1FA907838689}" type="pres">
      <dgm:prSet presAssocID="{D2E5550C-042A-408F-A835-81B1BA8A2D25}" presName="sibTrans" presStyleLbl="sibTrans2D1" presStyleIdx="0" presStyleCnt="0"/>
      <dgm:spPr/>
    </dgm:pt>
    <dgm:pt modelId="{C5F2C210-FFC7-4686-B80F-AAACDB46634B}" type="pres">
      <dgm:prSet presAssocID="{5FABD373-B1C9-4950-8607-CFD0068B7436}" presName="compNode" presStyleCnt="0"/>
      <dgm:spPr/>
    </dgm:pt>
    <dgm:pt modelId="{954F8460-9E40-4A3F-B566-7F222F0F4A0A}" type="pres">
      <dgm:prSet presAssocID="{5FABD373-B1C9-4950-8607-CFD0068B7436}" presName="bkgdShape" presStyleLbl="node1" presStyleIdx="1" presStyleCnt="3"/>
      <dgm:spPr/>
    </dgm:pt>
    <dgm:pt modelId="{7070AB42-E077-4D18-AA3F-425D5C512C96}" type="pres">
      <dgm:prSet presAssocID="{5FABD373-B1C9-4950-8607-CFD0068B7436}" presName="nodeTx" presStyleLbl="node1" presStyleIdx="1" presStyleCnt="3">
        <dgm:presLayoutVars>
          <dgm:bulletEnabled val="1"/>
        </dgm:presLayoutVars>
      </dgm:prSet>
      <dgm:spPr/>
    </dgm:pt>
    <dgm:pt modelId="{F3B71BCA-389A-4690-9B04-F5BD9BAD2728}" type="pres">
      <dgm:prSet presAssocID="{5FABD373-B1C9-4950-8607-CFD0068B7436}" presName="invisiNode" presStyleLbl="node1" presStyleIdx="1" presStyleCnt="3"/>
      <dgm:spPr/>
    </dgm:pt>
    <dgm:pt modelId="{6AD75DDF-4773-4852-B072-20509D86AF4B}" type="pres">
      <dgm:prSet presAssocID="{5FABD373-B1C9-4950-8607-CFD0068B7436}" presName="imagNode" presStyleLbl="fgImgPlace1" presStyleIdx="1" presStyleCnt="3" custScaleX="175503"/>
      <dgm:spPr>
        <a:prstGeom prst="roundRect">
          <a:avLst/>
        </a:prstGeom>
        <a:blipFill rotWithShape="1">
          <a:blip xmlns:r="http://schemas.openxmlformats.org/officeDocument/2006/relationships" r:embed="rId2"/>
          <a:stretch>
            <a:fillRect/>
          </a:stretch>
        </a:blipFill>
      </dgm:spPr>
    </dgm:pt>
    <dgm:pt modelId="{24AC22C8-29D1-46D5-A9D1-E545797CA06C}" type="pres">
      <dgm:prSet presAssocID="{AE3CC4CB-4568-477D-928C-E7509A38F724}" presName="sibTrans" presStyleLbl="sibTrans2D1" presStyleIdx="0" presStyleCnt="0"/>
      <dgm:spPr/>
    </dgm:pt>
    <dgm:pt modelId="{49FE229E-1E44-4D0A-B294-16C47EE06EE6}" type="pres">
      <dgm:prSet presAssocID="{72617257-D396-4259-95C9-54F779602224}" presName="compNode" presStyleCnt="0"/>
      <dgm:spPr/>
    </dgm:pt>
    <dgm:pt modelId="{702C4AE0-5384-44E1-A423-5EECE86BA209}" type="pres">
      <dgm:prSet presAssocID="{72617257-D396-4259-95C9-54F779602224}" presName="bkgdShape" presStyleLbl="node1" presStyleIdx="2" presStyleCnt="3"/>
      <dgm:spPr/>
    </dgm:pt>
    <dgm:pt modelId="{26897956-C73C-424E-BBC2-8285786E2F40}" type="pres">
      <dgm:prSet presAssocID="{72617257-D396-4259-95C9-54F779602224}" presName="nodeTx" presStyleLbl="node1" presStyleIdx="2" presStyleCnt="3">
        <dgm:presLayoutVars>
          <dgm:bulletEnabled val="1"/>
        </dgm:presLayoutVars>
      </dgm:prSet>
      <dgm:spPr/>
    </dgm:pt>
    <dgm:pt modelId="{5539F5C0-C7C0-4214-A867-2C171D6B5831}" type="pres">
      <dgm:prSet presAssocID="{72617257-D396-4259-95C9-54F779602224}" presName="invisiNode" presStyleLbl="node1" presStyleIdx="2" presStyleCnt="3"/>
      <dgm:spPr/>
    </dgm:pt>
    <dgm:pt modelId="{D542FA17-1E01-4B12-9CB9-7EF263A7332D}" type="pres">
      <dgm:prSet presAssocID="{72617257-D396-4259-95C9-54F779602224}" presName="imagNode" presStyleLbl="fgImgPlace1" presStyleIdx="2" presStyleCnt="3" custScaleX="170055" custLinFactNeighborX="-2472" custLinFactNeighborY="-989"/>
      <dgm:spPr>
        <a:prstGeom prst="roundRect">
          <a:avLst/>
        </a:prstGeom>
        <a:blipFill rotWithShape="1">
          <a:blip xmlns:r="http://schemas.openxmlformats.org/officeDocument/2006/relationships" r:embed="rId3"/>
          <a:stretch>
            <a:fillRect/>
          </a:stretch>
        </a:blipFill>
      </dgm:spPr>
    </dgm:pt>
  </dgm:ptLst>
  <dgm:cxnLst>
    <dgm:cxn modelId="{959E3497-3207-4BCC-8E0B-437FE2D40B3A}" type="presOf" srcId="{72617257-D396-4259-95C9-54F779602224}" destId="{26897956-C73C-424E-BBC2-8285786E2F40}" srcOrd="1" destOrd="0" presId="urn:microsoft.com/office/officeart/2005/8/layout/hList7"/>
    <dgm:cxn modelId="{A6893C89-F8AD-478D-927B-A06A72688D20}" type="presOf" srcId="{72617257-D396-4259-95C9-54F779602224}" destId="{702C4AE0-5384-44E1-A423-5EECE86BA209}" srcOrd="0" destOrd="0" presId="urn:microsoft.com/office/officeart/2005/8/layout/hList7"/>
    <dgm:cxn modelId="{47087488-A702-4B82-B186-3441330BEF3D}" type="presOf" srcId="{5FABD373-B1C9-4950-8607-CFD0068B7436}" destId="{7070AB42-E077-4D18-AA3F-425D5C512C96}" srcOrd="1" destOrd="0" presId="urn:microsoft.com/office/officeart/2005/8/layout/hList7"/>
    <dgm:cxn modelId="{A8CDF72B-7B8D-4637-A88A-81D2A13960D1}" srcId="{59126624-DEA1-4599-B2F6-09E49CDE8637}" destId="{5FABD373-B1C9-4950-8607-CFD0068B7436}" srcOrd="1" destOrd="0" parTransId="{F4C48F3A-A081-4D5D-A2FF-FBA50C2A0A70}" sibTransId="{AE3CC4CB-4568-477D-928C-E7509A38F724}"/>
    <dgm:cxn modelId="{CB99CB68-13B9-4D19-A9C8-57E9839523DF}" type="presOf" srcId="{5FABD373-B1C9-4950-8607-CFD0068B7436}" destId="{954F8460-9E40-4A3F-B566-7F222F0F4A0A}" srcOrd="0" destOrd="0" presId="urn:microsoft.com/office/officeart/2005/8/layout/hList7"/>
    <dgm:cxn modelId="{2517180F-CD9B-4277-9474-62F7822209D0}" srcId="{59126624-DEA1-4599-B2F6-09E49CDE8637}" destId="{9ECF962D-44C1-4A31-B0C1-72BC3B752B20}" srcOrd="0" destOrd="0" parTransId="{8D82332C-05C1-4F58-9418-3E0A1C376B4F}" sibTransId="{D2E5550C-042A-408F-A835-81B1BA8A2D25}"/>
    <dgm:cxn modelId="{83630C5F-A1DF-457D-940A-B006A414E9D2}" type="presOf" srcId="{59126624-DEA1-4599-B2F6-09E49CDE8637}" destId="{1EBC3DE2-5828-44BA-B282-46C73E1968BA}" srcOrd="0" destOrd="0" presId="urn:microsoft.com/office/officeart/2005/8/layout/hList7"/>
    <dgm:cxn modelId="{19532F72-8761-47A2-980F-8278B2A8C8DE}" type="presOf" srcId="{9ECF962D-44C1-4A31-B0C1-72BC3B752B20}" destId="{427C13DA-9490-4A1E-B95D-02CB4CEC6C46}" srcOrd="0" destOrd="0" presId="urn:microsoft.com/office/officeart/2005/8/layout/hList7"/>
    <dgm:cxn modelId="{1CE76703-CE21-41C8-88DC-8190D8E98623}" type="presOf" srcId="{D2E5550C-042A-408F-A835-81B1BA8A2D25}" destId="{26FD4360-B1C5-424D-BEC5-1FA907838689}" srcOrd="0" destOrd="0" presId="urn:microsoft.com/office/officeart/2005/8/layout/hList7"/>
    <dgm:cxn modelId="{0C73ED69-B07B-4D17-806F-4E9A284347E3}" srcId="{59126624-DEA1-4599-B2F6-09E49CDE8637}" destId="{72617257-D396-4259-95C9-54F779602224}" srcOrd="2" destOrd="0" parTransId="{1671267D-EE71-4B8E-B2F6-0437023735C5}" sibTransId="{DC2C85B6-93E9-4237-9BED-C60B85D31EC2}"/>
    <dgm:cxn modelId="{D0B907F6-604E-41D1-91CC-1D8BB926F875}" type="presOf" srcId="{AE3CC4CB-4568-477D-928C-E7509A38F724}" destId="{24AC22C8-29D1-46D5-A9D1-E545797CA06C}" srcOrd="0" destOrd="0" presId="urn:microsoft.com/office/officeart/2005/8/layout/hList7"/>
    <dgm:cxn modelId="{813BAD16-EB14-47F6-950C-BE73A80A2A76}" type="presOf" srcId="{9ECF962D-44C1-4A31-B0C1-72BC3B752B20}" destId="{2DC10F2B-68CE-459C-8105-30D00D14FF66}" srcOrd="1" destOrd="0" presId="urn:microsoft.com/office/officeart/2005/8/layout/hList7"/>
    <dgm:cxn modelId="{CFA28ADE-06FC-42A3-B797-A1E08F722D42}" type="presParOf" srcId="{1EBC3DE2-5828-44BA-B282-46C73E1968BA}" destId="{7C9DCE32-DDA8-4856-B918-A172C5C0A794}" srcOrd="0" destOrd="0" presId="urn:microsoft.com/office/officeart/2005/8/layout/hList7"/>
    <dgm:cxn modelId="{1C551531-48B0-49E0-A5CE-83255F044469}" type="presParOf" srcId="{1EBC3DE2-5828-44BA-B282-46C73E1968BA}" destId="{CAF6FA6E-880B-4097-9581-3B30C1970E02}" srcOrd="1" destOrd="0" presId="urn:microsoft.com/office/officeart/2005/8/layout/hList7"/>
    <dgm:cxn modelId="{7CCB17CF-A9F3-4AD3-B100-76EDCA086562}" type="presParOf" srcId="{CAF6FA6E-880B-4097-9581-3B30C1970E02}" destId="{D43452F8-A8C8-461B-9B86-283D937CA5DF}" srcOrd="0" destOrd="0" presId="urn:microsoft.com/office/officeart/2005/8/layout/hList7"/>
    <dgm:cxn modelId="{4F8566EB-B75E-44B0-9EE9-BE7B8AD74227}" type="presParOf" srcId="{D43452F8-A8C8-461B-9B86-283D937CA5DF}" destId="{427C13DA-9490-4A1E-B95D-02CB4CEC6C46}" srcOrd="0" destOrd="0" presId="urn:microsoft.com/office/officeart/2005/8/layout/hList7"/>
    <dgm:cxn modelId="{6A740F02-FD13-46D7-B529-5BA118E5E0F9}" type="presParOf" srcId="{D43452F8-A8C8-461B-9B86-283D937CA5DF}" destId="{2DC10F2B-68CE-459C-8105-30D00D14FF66}" srcOrd="1" destOrd="0" presId="urn:microsoft.com/office/officeart/2005/8/layout/hList7"/>
    <dgm:cxn modelId="{BEED6883-CE3E-4691-AB83-77CBD9F88C2C}" type="presParOf" srcId="{D43452F8-A8C8-461B-9B86-283D937CA5DF}" destId="{D1690C8E-916D-4B61-83B0-E09A83ACB4AB}" srcOrd="2" destOrd="0" presId="urn:microsoft.com/office/officeart/2005/8/layout/hList7"/>
    <dgm:cxn modelId="{F2AF867D-1F7E-4620-800E-91CB833A6914}" type="presParOf" srcId="{D43452F8-A8C8-461B-9B86-283D937CA5DF}" destId="{F2AD6F6A-9EE2-4DBB-8B7E-B9C9A7A8915A}" srcOrd="3" destOrd="0" presId="urn:microsoft.com/office/officeart/2005/8/layout/hList7"/>
    <dgm:cxn modelId="{A34A381A-358D-4E7B-BAD6-E83F5E1B41F5}" type="presParOf" srcId="{CAF6FA6E-880B-4097-9581-3B30C1970E02}" destId="{26FD4360-B1C5-424D-BEC5-1FA907838689}" srcOrd="1" destOrd="0" presId="urn:microsoft.com/office/officeart/2005/8/layout/hList7"/>
    <dgm:cxn modelId="{26824B23-2822-4FE7-80B8-CED6F4BA7806}" type="presParOf" srcId="{CAF6FA6E-880B-4097-9581-3B30C1970E02}" destId="{C5F2C210-FFC7-4686-B80F-AAACDB46634B}" srcOrd="2" destOrd="0" presId="urn:microsoft.com/office/officeart/2005/8/layout/hList7"/>
    <dgm:cxn modelId="{B4ACAA6D-106D-4C51-BF0A-CCC2299A4869}" type="presParOf" srcId="{C5F2C210-FFC7-4686-B80F-AAACDB46634B}" destId="{954F8460-9E40-4A3F-B566-7F222F0F4A0A}" srcOrd="0" destOrd="0" presId="urn:microsoft.com/office/officeart/2005/8/layout/hList7"/>
    <dgm:cxn modelId="{47E064CB-2BF1-46B1-BAF2-0B24185E558A}" type="presParOf" srcId="{C5F2C210-FFC7-4686-B80F-AAACDB46634B}" destId="{7070AB42-E077-4D18-AA3F-425D5C512C96}" srcOrd="1" destOrd="0" presId="urn:microsoft.com/office/officeart/2005/8/layout/hList7"/>
    <dgm:cxn modelId="{9F019B6D-F405-41AF-BF3F-A3E80CE385DB}" type="presParOf" srcId="{C5F2C210-FFC7-4686-B80F-AAACDB46634B}" destId="{F3B71BCA-389A-4690-9B04-F5BD9BAD2728}" srcOrd="2" destOrd="0" presId="urn:microsoft.com/office/officeart/2005/8/layout/hList7"/>
    <dgm:cxn modelId="{65EEB22F-210A-435D-9CF7-B894A762AEED}" type="presParOf" srcId="{C5F2C210-FFC7-4686-B80F-AAACDB46634B}" destId="{6AD75DDF-4773-4852-B072-20509D86AF4B}" srcOrd="3" destOrd="0" presId="urn:microsoft.com/office/officeart/2005/8/layout/hList7"/>
    <dgm:cxn modelId="{58ED3E75-97BE-4D0F-A90A-38BA5B732E7C}" type="presParOf" srcId="{CAF6FA6E-880B-4097-9581-3B30C1970E02}" destId="{24AC22C8-29D1-46D5-A9D1-E545797CA06C}" srcOrd="3" destOrd="0" presId="urn:microsoft.com/office/officeart/2005/8/layout/hList7"/>
    <dgm:cxn modelId="{0EEB060A-C533-43F6-8288-4F93E080F369}" type="presParOf" srcId="{CAF6FA6E-880B-4097-9581-3B30C1970E02}" destId="{49FE229E-1E44-4D0A-B294-16C47EE06EE6}" srcOrd="4" destOrd="0" presId="urn:microsoft.com/office/officeart/2005/8/layout/hList7"/>
    <dgm:cxn modelId="{B5FC7D94-D914-4F87-83F9-2A0B318B9009}" type="presParOf" srcId="{49FE229E-1E44-4D0A-B294-16C47EE06EE6}" destId="{702C4AE0-5384-44E1-A423-5EECE86BA209}" srcOrd="0" destOrd="0" presId="urn:microsoft.com/office/officeart/2005/8/layout/hList7"/>
    <dgm:cxn modelId="{B800E49D-215B-42F0-9AC3-6A0CE70A1A91}" type="presParOf" srcId="{49FE229E-1E44-4D0A-B294-16C47EE06EE6}" destId="{26897956-C73C-424E-BBC2-8285786E2F40}" srcOrd="1" destOrd="0" presId="urn:microsoft.com/office/officeart/2005/8/layout/hList7"/>
    <dgm:cxn modelId="{6DA16677-5EB0-41EE-9A57-58A3D3F497EC}" type="presParOf" srcId="{49FE229E-1E44-4D0A-B294-16C47EE06EE6}" destId="{5539F5C0-C7C0-4214-A867-2C171D6B5831}" srcOrd="2" destOrd="0" presId="urn:microsoft.com/office/officeart/2005/8/layout/hList7"/>
    <dgm:cxn modelId="{E86F2421-CC0F-4E7A-82F9-F35A1D382E8E}" type="presParOf" srcId="{49FE229E-1E44-4D0A-B294-16C47EE06EE6}" destId="{D542FA17-1E01-4B12-9CB9-7EF263A7332D}" srcOrd="3" destOrd="0" presId="urn:microsoft.com/office/officeart/2005/8/layout/hList7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FA4A136-708B-4D38-94D7-65B05A99C785}" type="doc">
      <dgm:prSet loTypeId="urn:microsoft.com/office/officeart/2005/8/layout/hList7" loCatId="list" qsTypeId="urn:microsoft.com/office/officeart/2005/8/quickstyle/simple1" qsCatId="simple" csTypeId="urn:microsoft.com/office/officeart/2005/8/colors/accent1_2" csCatId="accent1" phldr="1"/>
      <dgm:spPr/>
    </dgm:pt>
    <dgm:pt modelId="{6C3A6E12-0E3D-4343-94B4-AEA04CAD6A23}">
      <dgm:prSet phldrT="[Text]"/>
      <dgm:spPr/>
      <dgm:t>
        <a:bodyPr/>
        <a:lstStyle/>
        <a:p>
          <a:r>
            <a:rPr lang="en-US" dirty="0">
              <a:latin typeface="Maiandra GD" panose="020E0502030308020204" pitchFamily="34" charset="0"/>
            </a:rPr>
            <a:t>Uses 4 diodes to convert both halves of input AC to DC output</a:t>
          </a:r>
        </a:p>
      </dgm:t>
    </dgm:pt>
    <dgm:pt modelId="{E89D8B58-2C40-4D5F-B139-BE81E8BA5E9A}" type="parTrans" cxnId="{12550F89-13FB-40FB-8B20-CD25EA785994}">
      <dgm:prSet/>
      <dgm:spPr/>
      <dgm:t>
        <a:bodyPr/>
        <a:lstStyle/>
        <a:p>
          <a:endParaRPr lang="en-US">
            <a:latin typeface="Maiandra GD" panose="020E0502030308020204" pitchFamily="34" charset="0"/>
          </a:endParaRPr>
        </a:p>
      </dgm:t>
    </dgm:pt>
    <dgm:pt modelId="{82B62116-54D4-417B-BBE0-22095BCDC91A}" type="sibTrans" cxnId="{12550F89-13FB-40FB-8B20-CD25EA785994}">
      <dgm:prSet/>
      <dgm:spPr/>
      <dgm:t>
        <a:bodyPr/>
        <a:lstStyle/>
        <a:p>
          <a:endParaRPr lang="en-US">
            <a:latin typeface="Maiandra GD" panose="020E0502030308020204" pitchFamily="34" charset="0"/>
          </a:endParaRPr>
        </a:p>
      </dgm:t>
    </dgm:pt>
    <dgm:pt modelId="{09B63C8A-A3BF-43AA-992F-815D600B4340}">
      <dgm:prSet phldrT="[Text]"/>
      <dgm:spPr/>
      <dgm:t>
        <a:bodyPr/>
        <a:lstStyle/>
        <a:p>
          <a:r>
            <a:rPr lang="en-US" dirty="0">
              <a:latin typeface="Maiandra GD" panose="020E0502030308020204" pitchFamily="34" charset="0"/>
            </a:rPr>
            <a:t>Positive Half-Cycle: D1 and D2 are forward biased</a:t>
          </a:r>
        </a:p>
      </dgm:t>
    </dgm:pt>
    <dgm:pt modelId="{DA29B863-2D29-4B0B-AE7F-A1FDC487E0C8}" type="parTrans" cxnId="{69A04B35-AC0B-4F45-A1C7-53913ED6DE24}">
      <dgm:prSet/>
      <dgm:spPr/>
      <dgm:t>
        <a:bodyPr/>
        <a:lstStyle/>
        <a:p>
          <a:endParaRPr lang="en-US">
            <a:latin typeface="Maiandra GD" panose="020E0502030308020204" pitchFamily="34" charset="0"/>
          </a:endParaRPr>
        </a:p>
      </dgm:t>
    </dgm:pt>
    <dgm:pt modelId="{F6D8037D-011D-4B40-BBCC-CB250323F92E}" type="sibTrans" cxnId="{69A04B35-AC0B-4F45-A1C7-53913ED6DE24}">
      <dgm:prSet/>
      <dgm:spPr/>
      <dgm:t>
        <a:bodyPr/>
        <a:lstStyle/>
        <a:p>
          <a:endParaRPr lang="en-US">
            <a:latin typeface="Maiandra GD" panose="020E0502030308020204" pitchFamily="34" charset="0"/>
          </a:endParaRPr>
        </a:p>
      </dgm:t>
    </dgm:pt>
    <dgm:pt modelId="{B57CFB7E-8A6A-43FB-8740-1C9C3C6AE4E0}">
      <dgm:prSet phldrT="[Text]"/>
      <dgm:spPr/>
      <dgm:t>
        <a:bodyPr/>
        <a:lstStyle/>
        <a:p>
          <a:r>
            <a:rPr lang="en-US" dirty="0">
              <a:latin typeface="Maiandra GD" panose="020E0502030308020204" pitchFamily="34" charset="0"/>
            </a:rPr>
            <a:t>Negative Half-Cycle: D3 and D4 are forward biased</a:t>
          </a:r>
        </a:p>
      </dgm:t>
    </dgm:pt>
    <dgm:pt modelId="{6C8433DE-B4EC-4A1A-82DA-B30B320F31FD}" type="parTrans" cxnId="{CC6BA73F-A87C-4DA2-BC72-7010D0F1B5F9}">
      <dgm:prSet/>
      <dgm:spPr/>
      <dgm:t>
        <a:bodyPr/>
        <a:lstStyle/>
        <a:p>
          <a:endParaRPr lang="en-US">
            <a:latin typeface="Maiandra GD" panose="020E0502030308020204" pitchFamily="34" charset="0"/>
          </a:endParaRPr>
        </a:p>
      </dgm:t>
    </dgm:pt>
    <dgm:pt modelId="{ACFE7E6E-9B43-4FE9-ADEF-D34C8E3FC751}" type="sibTrans" cxnId="{CC6BA73F-A87C-4DA2-BC72-7010D0F1B5F9}">
      <dgm:prSet/>
      <dgm:spPr/>
      <dgm:t>
        <a:bodyPr/>
        <a:lstStyle/>
        <a:p>
          <a:endParaRPr lang="en-US">
            <a:latin typeface="Maiandra GD" panose="020E0502030308020204" pitchFamily="34" charset="0"/>
          </a:endParaRPr>
        </a:p>
      </dgm:t>
    </dgm:pt>
    <dgm:pt modelId="{C72F9D4A-BC9E-45E7-ABE2-DF02C1E856D2}" type="pres">
      <dgm:prSet presAssocID="{7FA4A136-708B-4D38-94D7-65B05A99C785}" presName="Name0" presStyleCnt="0">
        <dgm:presLayoutVars>
          <dgm:dir/>
          <dgm:resizeHandles val="exact"/>
        </dgm:presLayoutVars>
      </dgm:prSet>
      <dgm:spPr/>
    </dgm:pt>
    <dgm:pt modelId="{000A6828-3CD9-44DB-A0CD-E6B564CBD403}" type="pres">
      <dgm:prSet presAssocID="{7FA4A136-708B-4D38-94D7-65B05A99C785}" presName="fgShape" presStyleLbl="fgShp" presStyleIdx="0" presStyleCnt="1"/>
      <dgm:spPr/>
    </dgm:pt>
    <dgm:pt modelId="{03CB46FA-C6C6-4D5A-8369-0634101A6241}" type="pres">
      <dgm:prSet presAssocID="{7FA4A136-708B-4D38-94D7-65B05A99C785}" presName="linComp" presStyleCnt="0"/>
      <dgm:spPr/>
    </dgm:pt>
    <dgm:pt modelId="{2F7D4102-C88C-4F7E-B0E5-6F05F88AE62D}" type="pres">
      <dgm:prSet presAssocID="{6C3A6E12-0E3D-4343-94B4-AEA04CAD6A23}" presName="compNode" presStyleCnt="0"/>
      <dgm:spPr/>
    </dgm:pt>
    <dgm:pt modelId="{66140415-5AE7-4E34-84AA-95F474DF2010}" type="pres">
      <dgm:prSet presAssocID="{6C3A6E12-0E3D-4343-94B4-AEA04CAD6A23}" presName="bkgdShape" presStyleLbl="node1" presStyleIdx="0" presStyleCnt="3"/>
      <dgm:spPr/>
    </dgm:pt>
    <dgm:pt modelId="{2CAFAA47-B030-4674-8577-1034F6EF2308}" type="pres">
      <dgm:prSet presAssocID="{6C3A6E12-0E3D-4343-94B4-AEA04CAD6A23}" presName="nodeTx" presStyleLbl="node1" presStyleIdx="0" presStyleCnt="3">
        <dgm:presLayoutVars>
          <dgm:bulletEnabled val="1"/>
        </dgm:presLayoutVars>
      </dgm:prSet>
      <dgm:spPr/>
    </dgm:pt>
    <dgm:pt modelId="{1C157887-F33E-48BA-B4FF-DEC624CA7D67}" type="pres">
      <dgm:prSet presAssocID="{6C3A6E12-0E3D-4343-94B4-AEA04CAD6A23}" presName="invisiNode" presStyleLbl="node1" presStyleIdx="0" presStyleCnt="3"/>
      <dgm:spPr/>
    </dgm:pt>
    <dgm:pt modelId="{09BF528A-E678-48AF-94E6-0E8F45E93430}" type="pres">
      <dgm:prSet presAssocID="{6C3A6E12-0E3D-4343-94B4-AEA04CAD6A23}" presName="imagNode" presStyleLbl="fgImgPlace1" presStyleIdx="0" presStyleCnt="3" custScaleX="169389"/>
      <dgm:spPr>
        <a:prstGeom prst="roundRect">
          <a:avLst/>
        </a:prstGeom>
        <a:blipFill rotWithShape="1">
          <a:blip xmlns:r="http://schemas.openxmlformats.org/officeDocument/2006/relationships" r:embed="rId1"/>
          <a:stretch>
            <a:fillRect/>
          </a:stretch>
        </a:blipFill>
      </dgm:spPr>
    </dgm:pt>
    <dgm:pt modelId="{ED231C1F-7D82-4D2A-B709-5E2FE08B55D6}" type="pres">
      <dgm:prSet presAssocID="{82B62116-54D4-417B-BBE0-22095BCDC91A}" presName="sibTrans" presStyleLbl="sibTrans2D1" presStyleIdx="0" presStyleCnt="0"/>
      <dgm:spPr/>
    </dgm:pt>
    <dgm:pt modelId="{37403672-28B1-4BAB-BDF0-122B868ACC3D}" type="pres">
      <dgm:prSet presAssocID="{09B63C8A-A3BF-43AA-992F-815D600B4340}" presName="compNode" presStyleCnt="0"/>
      <dgm:spPr/>
    </dgm:pt>
    <dgm:pt modelId="{0D836037-D987-4E35-84B9-19348D95F7C8}" type="pres">
      <dgm:prSet presAssocID="{09B63C8A-A3BF-43AA-992F-815D600B4340}" presName="bkgdShape" presStyleLbl="node1" presStyleIdx="1" presStyleCnt="3"/>
      <dgm:spPr/>
    </dgm:pt>
    <dgm:pt modelId="{295B08D0-2927-47EA-AAE6-2B14FD418B2C}" type="pres">
      <dgm:prSet presAssocID="{09B63C8A-A3BF-43AA-992F-815D600B4340}" presName="nodeTx" presStyleLbl="node1" presStyleIdx="1" presStyleCnt="3">
        <dgm:presLayoutVars>
          <dgm:bulletEnabled val="1"/>
        </dgm:presLayoutVars>
      </dgm:prSet>
      <dgm:spPr/>
    </dgm:pt>
    <dgm:pt modelId="{B611AF1A-A383-4A10-8A63-965F09FEF6E8}" type="pres">
      <dgm:prSet presAssocID="{09B63C8A-A3BF-43AA-992F-815D600B4340}" presName="invisiNode" presStyleLbl="node1" presStyleIdx="1" presStyleCnt="3"/>
      <dgm:spPr/>
    </dgm:pt>
    <dgm:pt modelId="{318BC951-4AE7-4C86-95EC-38D986C57D98}" type="pres">
      <dgm:prSet presAssocID="{09B63C8A-A3BF-43AA-992F-815D600B4340}" presName="imagNode" presStyleLbl="fgImgPlace1" presStyleIdx="1" presStyleCnt="3" custScaleX="162924"/>
      <dgm:spPr>
        <a:prstGeom prst="roundRect">
          <a:avLst/>
        </a:prstGeom>
        <a:blipFill rotWithShape="1">
          <a:blip xmlns:r="http://schemas.openxmlformats.org/officeDocument/2006/relationships" r:embed="rId2"/>
          <a:stretch>
            <a:fillRect/>
          </a:stretch>
        </a:blipFill>
      </dgm:spPr>
    </dgm:pt>
    <dgm:pt modelId="{1FE3C1DA-C0A0-48B9-9B9B-A40C76902FF5}" type="pres">
      <dgm:prSet presAssocID="{F6D8037D-011D-4B40-BBCC-CB250323F92E}" presName="sibTrans" presStyleLbl="sibTrans2D1" presStyleIdx="0" presStyleCnt="0"/>
      <dgm:spPr/>
    </dgm:pt>
    <dgm:pt modelId="{4AF6F57E-404F-46A4-8799-E86F4144F4F3}" type="pres">
      <dgm:prSet presAssocID="{B57CFB7E-8A6A-43FB-8740-1C9C3C6AE4E0}" presName="compNode" presStyleCnt="0"/>
      <dgm:spPr/>
    </dgm:pt>
    <dgm:pt modelId="{E72F3DB1-1CAF-4C1F-B240-D20F6ACB21DE}" type="pres">
      <dgm:prSet presAssocID="{B57CFB7E-8A6A-43FB-8740-1C9C3C6AE4E0}" presName="bkgdShape" presStyleLbl="node1" presStyleIdx="2" presStyleCnt="3"/>
      <dgm:spPr/>
    </dgm:pt>
    <dgm:pt modelId="{0BB7472D-A37A-4297-B6FC-9B212B28C137}" type="pres">
      <dgm:prSet presAssocID="{B57CFB7E-8A6A-43FB-8740-1C9C3C6AE4E0}" presName="nodeTx" presStyleLbl="node1" presStyleIdx="2" presStyleCnt="3">
        <dgm:presLayoutVars>
          <dgm:bulletEnabled val="1"/>
        </dgm:presLayoutVars>
      </dgm:prSet>
      <dgm:spPr/>
    </dgm:pt>
    <dgm:pt modelId="{B37B3B54-C82C-4BFC-9772-0D84C89F892F}" type="pres">
      <dgm:prSet presAssocID="{B57CFB7E-8A6A-43FB-8740-1C9C3C6AE4E0}" presName="invisiNode" presStyleLbl="node1" presStyleIdx="2" presStyleCnt="3"/>
      <dgm:spPr/>
    </dgm:pt>
    <dgm:pt modelId="{C31D83E1-8D81-48BE-98F3-DC0990E37B10}" type="pres">
      <dgm:prSet presAssocID="{B57CFB7E-8A6A-43FB-8740-1C9C3C6AE4E0}" presName="imagNode" presStyleLbl="fgImgPlace1" presStyleIdx="2" presStyleCnt="3" custScaleX="167461"/>
      <dgm:spPr>
        <a:prstGeom prst="roundRect">
          <a:avLst/>
        </a:prstGeom>
        <a:blipFill rotWithShape="1">
          <a:blip xmlns:r="http://schemas.openxmlformats.org/officeDocument/2006/relationships" r:embed="rId3"/>
          <a:stretch>
            <a:fillRect/>
          </a:stretch>
        </a:blipFill>
      </dgm:spPr>
    </dgm:pt>
  </dgm:ptLst>
  <dgm:cxnLst>
    <dgm:cxn modelId="{12550F89-13FB-40FB-8B20-CD25EA785994}" srcId="{7FA4A136-708B-4D38-94D7-65B05A99C785}" destId="{6C3A6E12-0E3D-4343-94B4-AEA04CAD6A23}" srcOrd="0" destOrd="0" parTransId="{E89D8B58-2C40-4D5F-B139-BE81E8BA5E9A}" sibTransId="{82B62116-54D4-417B-BBE0-22095BCDC91A}"/>
    <dgm:cxn modelId="{69A04B35-AC0B-4F45-A1C7-53913ED6DE24}" srcId="{7FA4A136-708B-4D38-94D7-65B05A99C785}" destId="{09B63C8A-A3BF-43AA-992F-815D600B4340}" srcOrd="1" destOrd="0" parTransId="{DA29B863-2D29-4B0B-AE7F-A1FDC487E0C8}" sibTransId="{F6D8037D-011D-4B40-BBCC-CB250323F92E}"/>
    <dgm:cxn modelId="{525983E5-C6E9-4AFF-A1E1-88311055E4DA}" type="presOf" srcId="{B57CFB7E-8A6A-43FB-8740-1C9C3C6AE4E0}" destId="{E72F3DB1-1CAF-4C1F-B240-D20F6ACB21DE}" srcOrd="0" destOrd="0" presId="urn:microsoft.com/office/officeart/2005/8/layout/hList7"/>
    <dgm:cxn modelId="{8B2AB9FB-EA7A-468C-8567-121F993257A7}" type="presOf" srcId="{09B63C8A-A3BF-43AA-992F-815D600B4340}" destId="{0D836037-D987-4E35-84B9-19348D95F7C8}" srcOrd="0" destOrd="0" presId="urn:microsoft.com/office/officeart/2005/8/layout/hList7"/>
    <dgm:cxn modelId="{6765C890-E232-4E33-A610-A8E80DE996A6}" type="presOf" srcId="{6C3A6E12-0E3D-4343-94B4-AEA04CAD6A23}" destId="{66140415-5AE7-4E34-84AA-95F474DF2010}" srcOrd="0" destOrd="0" presId="urn:microsoft.com/office/officeart/2005/8/layout/hList7"/>
    <dgm:cxn modelId="{0DAA0AC2-7F0A-4EBD-9090-8AB7DAF7BCB2}" type="presOf" srcId="{B57CFB7E-8A6A-43FB-8740-1C9C3C6AE4E0}" destId="{0BB7472D-A37A-4297-B6FC-9B212B28C137}" srcOrd="1" destOrd="0" presId="urn:microsoft.com/office/officeart/2005/8/layout/hList7"/>
    <dgm:cxn modelId="{51EF7449-B492-43C6-8A5E-B036C01EB222}" type="presOf" srcId="{F6D8037D-011D-4B40-BBCC-CB250323F92E}" destId="{1FE3C1DA-C0A0-48B9-9B9B-A40C76902FF5}" srcOrd="0" destOrd="0" presId="urn:microsoft.com/office/officeart/2005/8/layout/hList7"/>
    <dgm:cxn modelId="{09867155-CFDF-44B6-96C2-26B5DEBB2FB2}" type="presOf" srcId="{09B63C8A-A3BF-43AA-992F-815D600B4340}" destId="{295B08D0-2927-47EA-AAE6-2B14FD418B2C}" srcOrd="1" destOrd="0" presId="urn:microsoft.com/office/officeart/2005/8/layout/hList7"/>
    <dgm:cxn modelId="{E7704E9F-710B-46DE-9DE1-55148905798D}" type="presOf" srcId="{6C3A6E12-0E3D-4343-94B4-AEA04CAD6A23}" destId="{2CAFAA47-B030-4674-8577-1034F6EF2308}" srcOrd="1" destOrd="0" presId="urn:microsoft.com/office/officeart/2005/8/layout/hList7"/>
    <dgm:cxn modelId="{879CE2CE-02C4-4906-9C20-182328594CFD}" type="presOf" srcId="{7FA4A136-708B-4D38-94D7-65B05A99C785}" destId="{C72F9D4A-BC9E-45E7-ABE2-DF02C1E856D2}" srcOrd="0" destOrd="0" presId="urn:microsoft.com/office/officeart/2005/8/layout/hList7"/>
    <dgm:cxn modelId="{CC6BA73F-A87C-4DA2-BC72-7010D0F1B5F9}" srcId="{7FA4A136-708B-4D38-94D7-65B05A99C785}" destId="{B57CFB7E-8A6A-43FB-8740-1C9C3C6AE4E0}" srcOrd="2" destOrd="0" parTransId="{6C8433DE-B4EC-4A1A-82DA-B30B320F31FD}" sibTransId="{ACFE7E6E-9B43-4FE9-ADEF-D34C8E3FC751}"/>
    <dgm:cxn modelId="{0C9704B7-66C7-4A76-83D7-4D2AB518F5A1}" type="presOf" srcId="{82B62116-54D4-417B-BBE0-22095BCDC91A}" destId="{ED231C1F-7D82-4D2A-B709-5E2FE08B55D6}" srcOrd="0" destOrd="0" presId="urn:microsoft.com/office/officeart/2005/8/layout/hList7"/>
    <dgm:cxn modelId="{DF8AEB73-8C41-4C6E-A70C-9CF9E928785D}" type="presParOf" srcId="{C72F9D4A-BC9E-45E7-ABE2-DF02C1E856D2}" destId="{000A6828-3CD9-44DB-A0CD-E6B564CBD403}" srcOrd="0" destOrd="0" presId="urn:microsoft.com/office/officeart/2005/8/layout/hList7"/>
    <dgm:cxn modelId="{C906A87E-C47A-4482-985A-DA88EB581B4F}" type="presParOf" srcId="{C72F9D4A-BC9E-45E7-ABE2-DF02C1E856D2}" destId="{03CB46FA-C6C6-4D5A-8369-0634101A6241}" srcOrd="1" destOrd="0" presId="urn:microsoft.com/office/officeart/2005/8/layout/hList7"/>
    <dgm:cxn modelId="{489E4937-4FAB-4697-B67D-F7C4FB6ED5A1}" type="presParOf" srcId="{03CB46FA-C6C6-4D5A-8369-0634101A6241}" destId="{2F7D4102-C88C-4F7E-B0E5-6F05F88AE62D}" srcOrd="0" destOrd="0" presId="urn:microsoft.com/office/officeart/2005/8/layout/hList7"/>
    <dgm:cxn modelId="{9A66AE46-7909-4267-9016-B87AE4E761B9}" type="presParOf" srcId="{2F7D4102-C88C-4F7E-B0E5-6F05F88AE62D}" destId="{66140415-5AE7-4E34-84AA-95F474DF2010}" srcOrd="0" destOrd="0" presId="urn:microsoft.com/office/officeart/2005/8/layout/hList7"/>
    <dgm:cxn modelId="{2FB300A8-BB18-43BA-A670-9E62263AF6D6}" type="presParOf" srcId="{2F7D4102-C88C-4F7E-B0E5-6F05F88AE62D}" destId="{2CAFAA47-B030-4674-8577-1034F6EF2308}" srcOrd="1" destOrd="0" presId="urn:microsoft.com/office/officeart/2005/8/layout/hList7"/>
    <dgm:cxn modelId="{ECACA0BD-139D-4299-829A-D01629BD26E5}" type="presParOf" srcId="{2F7D4102-C88C-4F7E-B0E5-6F05F88AE62D}" destId="{1C157887-F33E-48BA-B4FF-DEC624CA7D67}" srcOrd="2" destOrd="0" presId="urn:microsoft.com/office/officeart/2005/8/layout/hList7"/>
    <dgm:cxn modelId="{FB5A0231-F108-44EF-A001-77EE51564EA1}" type="presParOf" srcId="{2F7D4102-C88C-4F7E-B0E5-6F05F88AE62D}" destId="{09BF528A-E678-48AF-94E6-0E8F45E93430}" srcOrd="3" destOrd="0" presId="urn:microsoft.com/office/officeart/2005/8/layout/hList7"/>
    <dgm:cxn modelId="{42CE76B8-B14A-4FCF-8370-CD39CA41F6AF}" type="presParOf" srcId="{03CB46FA-C6C6-4D5A-8369-0634101A6241}" destId="{ED231C1F-7D82-4D2A-B709-5E2FE08B55D6}" srcOrd="1" destOrd="0" presId="urn:microsoft.com/office/officeart/2005/8/layout/hList7"/>
    <dgm:cxn modelId="{C09314EC-9ACA-45B9-853A-F58D0D968621}" type="presParOf" srcId="{03CB46FA-C6C6-4D5A-8369-0634101A6241}" destId="{37403672-28B1-4BAB-BDF0-122B868ACC3D}" srcOrd="2" destOrd="0" presId="urn:microsoft.com/office/officeart/2005/8/layout/hList7"/>
    <dgm:cxn modelId="{BF748B18-EC03-43D7-B1A0-C59840A34C78}" type="presParOf" srcId="{37403672-28B1-4BAB-BDF0-122B868ACC3D}" destId="{0D836037-D987-4E35-84B9-19348D95F7C8}" srcOrd="0" destOrd="0" presId="urn:microsoft.com/office/officeart/2005/8/layout/hList7"/>
    <dgm:cxn modelId="{280E73ED-B1CA-4AF5-A472-991B1618EADF}" type="presParOf" srcId="{37403672-28B1-4BAB-BDF0-122B868ACC3D}" destId="{295B08D0-2927-47EA-AAE6-2B14FD418B2C}" srcOrd="1" destOrd="0" presId="urn:microsoft.com/office/officeart/2005/8/layout/hList7"/>
    <dgm:cxn modelId="{7F93B652-0379-4794-B8AD-89DE94CA2235}" type="presParOf" srcId="{37403672-28B1-4BAB-BDF0-122B868ACC3D}" destId="{B611AF1A-A383-4A10-8A63-965F09FEF6E8}" srcOrd="2" destOrd="0" presId="urn:microsoft.com/office/officeart/2005/8/layout/hList7"/>
    <dgm:cxn modelId="{4016355D-06BF-4985-A945-CA36BEAD77C4}" type="presParOf" srcId="{37403672-28B1-4BAB-BDF0-122B868ACC3D}" destId="{318BC951-4AE7-4C86-95EC-38D986C57D98}" srcOrd="3" destOrd="0" presId="urn:microsoft.com/office/officeart/2005/8/layout/hList7"/>
    <dgm:cxn modelId="{0B3CC318-BCAF-452D-A597-A12A7A96C551}" type="presParOf" srcId="{03CB46FA-C6C6-4D5A-8369-0634101A6241}" destId="{1FE3C1DA-C0A0-48B9-9B9B-A40C76902FF5}" srcOrd="3" destOrd="0" presId="urn:microsoft.com/office/officeart/2005/8/layout/hList7"/>
    <dgm:cxn modelId="{8ABC7F22-2612-40D7-8E8F-C31BFAFEF3D7}" type="presParOf" srcId="{03CB46FA-C6C6-4D5A-8369-0634101A6241}" destId="{4AF6F57E-404F-46A4-8799-E86F4144F4F3}" srcOrd="4" destOrd="0" presId="urn:microsoft.com/office/officeart/2005/8/layout/hList7"/>
    <dgm:cxn modelId="{DAD1357D-5822-49A3-BE84-14EE1CD2C1B8}" type="presParOf" srcId="{4AF6F57E-404F-46A4-8799-E86F4144F4F3}" destId="{E72F3DB1-1CAF-4C1F-B240-D20F6ACB21DE}" srcOrd="0" destOrd="0" presId="urn:microsoft.com/office/officeart/2005/8/layout/hList7"/>
    <dgm:cxn modelId="{C3555437-21D9-4DE3-A368-1206E2C0B7DA}" type="presParOf" srcId="{4AF6F57E-404F-46A4-8799-E86F4144F4F3}" destId="{0BB7472D-A37A-4297-B6FC-9B212B28C137}" srcOrd="1" destOrd="0" presId="urn:microsoft.com/office/officeart/2005/8/layout/hList7"/>
    <dgm:cxn modelId="{C4A6C7E6-DE7D-4801-AFA6-B4CC58202389}" type="presParOf" srcId="{4AF6F57E-404F-46A4-8799-E86F4144F4F3}" destId="{B37B3B54-C82C-4BFC-9772-0D84C89F892F}" srcOrd="2" destOrd="0" presId="urn:microsoft.com/office/officeart/2005/8/layout/hList7"/>
    <dgm:cxn modelId="{D6EEF155-4CFA-4519-9C09-A0B9B2670767}" type="presParOf" srcId="{4AF6F57E-404F-46A4-8799-E86F4144F4F3}" destId="{C31D83E1-8D81-48BE-98F3-DC0990E37B10}" srcOrd="3" destOrd="0" presId="urn:microsoft.com/office/officeart/2005/8/layout/hList7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9B4C560-2B92-4E98-AB70-62275C0F4F37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37A44ACE-621E-4199-B419-59DE38BF69B4}">
      <dgm:prSet phldrT="[Text]"/>
      <dgm:spPr/>
      <dgm:t>
        <a:bodyPr/>
        <a:lstStyle/>
        <a:p>
          <a:r>
            <a:rPr lang="en-US" dirty="0">
              <a:solidFill>
                <a:schemeClr val="bg1"/>
              </a:solidFill>
              <a:latin typeface="Maiandra GD" panose="020E0502030308020204" pitchFamily="34" charset="0"/>
            </a:rPr>
            <a:t>Rectification – converting AC to DC</a:t>
          </a:r>
        </a:p>
      </dgm:t>
    </dgm:pt>
    <dgm:pt modelId="{6AB0F5A6-8EAD-4831-A197-A83F186158A9}" type="parTrans" cxnId="{81D46E51-3C40-45C4-9D4E-09FAF0EB74B3}">
      <dgm:prSet/>
      <dgm:spPr/>
      <dgm:t>
        <a:bodyPr/>
        <a:lstStyle/>
        <a:p>
          <a:endParaRPr lang="en-US">
            <a:solidFill>
              <a:schemeClr val="bg1"/>
            </a:solidFill>
            <a:latin typeface="Maiandra GD" panose="020E0502030308020204" pitchFamily="34" charset="0"/>
          </a:endParaRPr>
        </a:p>
      </dgm:t>
    </dgm:pt>
    <dgm:pt modelId="{903A8FB8-C70A-41F5-9460-F03624788D82}" type="sibTrans" cxnId="{81D46E51-3C40-45C4-9D4E-09FAF0EB74B3}">
      <dgm:prSet/>
      <dgm:spPr/>
      <dgm:t>
        <a:bodyPr/>
        <a:lstStyle/>
        <a:p>
          <a:endParaRPr lang="en-US">
            <a:solidFill>
              <a:schemeClr val="bg1"/>
            </a:solidFill>
            <a:latin typeface="Maiandra GD" panose="020E0502030308020204" pitchFamily="34" charset="0"/>
          </a:endParaRPr>
        </a:p>
      </dgm:t>
    </dgm:pt>
    <dgm:pt modelId="{4D3A9832-7BB5-47D4-92C0-19226315645F}">
      <dgm:prSet phldrT="[Text]"/>
      <dgm:spPr/>
      <dgm:t>
        <a:bodyPr/>
        <a:lstStyle/>
        <a:p>
          <a:r>
            <a:rPr lang="en-US" dirty="0">
              <a:solidFill>
                <a:schemeClr val="bg1"/>
              </a:solidFill>
              <a:latin typeface="Maiandra GD" panose="020E0502030308020204" pitchFamily="34" charset="0"/>
            </a:rPr>
            <a:t>Electric Welding – to provide </a:t>
          </a:r>
          <a:r>
            <a:rPr lang="en-US" dirty="0" err="1">
              <a:solidFill>
                <a:schemeClr val="bg1"/>
              </a:solidFill>
              <a:latin typeface="Maiandra GD" panose="020E0502030308020204" pitchFamily="34" charset="0"/>
            </a:rPr>
            <a:t>polarised</a:t>
          </a:r>
          <a:r>
            <a:rPr lang="en-US" dirty="0">
              <a:solidFill>
                <a:schemeClr val="bg1"/>
              </a:solidFill>
              <a:latin typeface="Maiandra GD" panose="020E0502030308020204" pitchFamily="34" charset="0"/>
            </a:rPr>
            <a:t> voltage</a:t>
          </a:r>
        </a:p>
      </dgm:t>
    </dgm:pt>
    <dgm:pt modelId="{EF5DA8BE-4ABC-46D9-86AD-5A126EDCAF2C}" type="parTrans" cxnId="{2BBD0E2F-5BC1-40DF-A1DD-2E304979F5D4}">
      <dgm:prSet/>
      <dgm:spPr/>
      <dgm:t>
        <a:bodyPr/>
        <a:lstStyle/>
        <a:p>
          <a:endParaRPr lang="en-US">
            <a:solidFill>
              <a:schemeClr val="bg1"/>
            </a:solidFill>
            <a:latin typeface="Maiandra GD" panose="020E0502030308020204" pitchFamily="34" charset="0"/>
          </a:endParaRPr>
        </a:p>
      </dgm:t>
    </dgm:pt>
    <dgm:pt modelId="{8860ED24-E236-41FB-98AA-19F407A6E03B}" type="sibTrans" cxnId="{2BBD0E2F-5BC1-40DF-A1DD-2E304979F5D4}">
      <dgm:prSet/>
      <dgm:spPr/>
      <dgm:t>
        <a:bodyPr/>
        <a:lstStyle/>
        <a:p>
          <a:endParaRPr lang="en-US">
            <a:solidFill>
              <a:schemeClr val="bg1"/>
            </a:solidFill>
            <a:latin typeface="Maiandra GD" panose="020E0502030308020204" pitchFamily="34" charset="0"/>
          </a:endParaRPr>
        </a:p>
      </dgm:t>
    </dgm:pt>
    <dgm:pt modelId="{FB416EF5-CD8C-4A14-B5F0-851DFE8A6F6B}">
      <dgm:prSet phldrT="[Text]"/>
      <dgm:spPr/>
      <dgm:t>
        <a:bodyPr/>
        <a:lstStyle/>
        <a:p>
          <a:r>
            <a:rPr lang="en-US" dirty="0">
              <a:solidFill>
                <a:schemeClr val="bg1"/>
              </a:solidFill>
              <a:latin typeface="Maiandra GD" panose="020E0502030308020204" pitchFamily="34" charset="0"/>
            </a:rPr>
            <a:t>Traction, rolling stock, and three phase traction motors for running trains</a:t>
          </a:r>
        </a:p>
      </dgm:t>
    </dgm:pt>
    <dgm:pt modelId="{BBFD147C-5561-460C-A66D-C8FF65DCCAD4}" type="parTrans" cxnId="{75DEE5DD-B09A-498F-AACD-3C17A42D64CC}">
      <dgm:prSet/>
      <dgm:spPr/>
      <dgm:t>
        <a:bodyPr/>
        <a:lstStyle/>
        <a:p>
          <a:endParaRPr lang="en-US">
            <a:solidFill>
              <a:schemeClr val="bg1"/>
            </a:solidFill>
            <a:latin typeface="Maiandra GD" panose="020E0502030308020204" pitchFamily="34" charset="0"/>
          </a:endParaRPr>
        </a:p>
      </dgm:t>
    </dgm:pt>
    <dgm:pt modelId="{7A4CA73B-5D0A-4046-B30F-13F62F6E5EDA}" type="sibTrans" cxnId="{75DEE5DD-B09A-498F-AACD-3C17A42D64CC}">
      <dgm:prSet/>
      <dgm:spPr/>
      <dgm:t>
        <a:bodyPr/>
        <a:lstStyle/>
        <a:p>
          <a:endParaRPr lang="en-US">
            <a:solidFill>
              <a:schemeClr val="bg1"/>
            </a:solidFill>
            <a:latin typeface="Maiandra GD" panose="020E0502030308020204" pitchFamily="34" charset="0"/>
          </a:endParaRPr>
        </a:p>
      </dgm:t>
    </dgm:pt>
    <dgm:pt modelId="{0C2C46D0-2B6D-45FB-8EFB-BD936D0D7C1A}">
      <dgm:prSet phldrT="[Text]"/>
      <dgm:spPr/>
      <dgm:t>
        <a:bodyPr/>
        <a:lstStyle/>
        <a:p>
          <a:r>
            <a:rPr lang="en-US" dirty="0">
              <a:solidFill>
                <a:schemeClr val="bg1"/>
              </a:solidFill>
              <a:latin typeface="Maiandra GD" panose="020E0502030308020204" pitchFamily="34" charset="0"/>
            </a:rPr>
            <a:t>Half wave rectifiers are used in mosquito repellents, soldering iron, in AM radios as detectors  and as signal peak detectors</a:t>
          </a:r>
        </a:p>
      </dgm:t>
    </dgm:pt>
    <dgm:pt modelId="{6D6A16A2-31C1-40F9-B6E7-824278984F1B}" type="parTrans" cxnId="{F803611B-BA7F-4716-8A11-7EFF426F4B39}">
      <dgm:prSet/>
      <dgm:spPr/>
      <dgm:t>
        <a:bodyPr/>
        <a:lstStyle/>
        <a:p>
          <a:endParaRPr lang="en-US">
            <a:solidFill>
              <a:schemeClr val="bg1"/>
            </a:solidFill>
            <a:latin typeface="Maiandra GD" panose="020E0502030308020204" pitchFamily="34" charset="0"/>
          </a:endParaRPr>
        </a:p>
      </dgm:t>
    </dgm:pt>
    <dgm:pt modelId="{DCD2714C-F3B2-4477-9B8C-29FAFDE42664}" type="sibTrans" cxnId="{F803611B-BA7F-4716-8A11-7EFF426F4B39}">
      <dgm:prSet/>
      <dgm:spPr/>
      <dgm:t>
        <a:bodyPr/>
        <a:lstStyle/>
        <a:p>
          <a:endParaRPr lang="en-US">
            <a:solidFill>
              <a:schemeClr val="bg1"/>
            </a:solidFill>
            <a:latin typeface="Maiandra GD" panose="020E0502030308020204" pitchFamily="34" charset="0"/>
          </a:endParaRPr>
        </a:p>
      </dgm:t>
    </dgm:pt>
    <dgm:pt modelId="{27AD2B72-2812-4C79-8F94-BFA322630891}">
      <dgm:prSet phldrT="[Text]"/>
      <dgm:spPr/>
      <dgm:t>
        <a:bodyPr/>
        <a:lstStyle/>
        <a:p>
          <a:r>
            <a:rPr lang="en-US" dirty="0">
              <a:solidFill>
                <a:schemeClr val="bg1"/>
              </a:solidFill>
              <a:latin typeface="Maiandra GD" panose="020E0502030308020204" pitchFamily="34" charset="0"/>
            </a:rPr>
            <a:t>Modulation, Demodulation, Voltage Multipliers</a:t>
          </a:r>
        </a:p>
      </dgm:t>
    </dgm:pt>
    <dgm:pt modelId="{A2EC528D-3ACD-407A-9582-1242D4D35317}" type="parTrans" cxnId="{6973565C-D782-412E-8310-098FD3070A3F}">
      <dgm:prSet/>
      <dgm:spPr/>
      <dgm:t>
        <a:bodyPr/>
        <a:lstStyle/>
        <a:p>
          <a:endParaRPr lang="en-US">
            <a:solidFill>
              <a:schemeClr val="bg1"/>
            </a:solidFill>
            <a:latin typeface="Maiandra GD" panose="020E0502030308020204" pitchFamily="34" charset="0"/>
          </a:endParaRPr>
        </a:p>
      </dgm:t>
    </dgm:pt>
    <dgm:pt modelId="{3396265B-6EA3-461E-B24A-5C5CDCA1F418}" type="sibTrans" cxnId="{6973565C-D782-412E-8310-098FD3070A3F}">
      <dgm:prSet/>
      <dgm:spPr/>
      <dgm:t>
        <a:bodyPr/>
        <a:lstStyle/>
        <a:p>
          <a:endParaRPr lang="en-US">
            <a:solidFill>
              <a:schemeClr val="bg1"/>
            </a:solidFill>
            <a:latin typeface="Maiandra GD" panose="020E0502030308020204" pitchFamily="34" charset="0"/>
          </a:endParaRPr>
        </a:p>
      </dgm:t>
    </dgm:pt>
    <dgm:pt modelId="{D6F81CCC-B86F-4BC1-918D-A82BAD16163D}" type="pres">
      <dgm:prSet presAssocID="{B9B4C560-2B92-4E98-AB70-62275C0F4F37}" presName="linear" presStyleCnt="0">
        <dgm:presLayoutVars>
          <dgm:animLvl val="lvl"/>
          <dgm:resizeHandles val="exact"/>
        </dgm:presLayoutVars>
      </dgm:prSet>
      <dgm:spPr/>
    </dgm:pt>
    <dgm:pt modelId="{8DAF9872-CCB4-4065-A982-AD4F28DC1EEB}" type="pres">
      <dgm:prSet presAssocID="{37A44ACE-621E-4199-B419-59DE38BF69B4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564FE00C-7745-4817-BECC-95190AE8A680}" type="pres">
      <dgm:prSet presAssocID="{903A8FB8-C70A-41F5-9460-F03624788D82}" presName="spacer" presStyleCnt="0"/>
      <dgm:spPr/>
    </dgm:pt>
    <dgm:pt modelId="{BED25F10-69F9-409B-91A9-F190407D7104}" type="pres">
      <dgm:prSet presAssocID="{4D3A9832-7BB5-47D4-92C0-19226315645F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3C2EE044-C488-455E-8F89-303E657B5C61}" type="pres">
      <dgm:prSet presAssocID="{8860ED24-E236-41FB-98AA-19F407A6E03B}" presName="spacer" presStyleCnt="0"/>
      <dgm:spPr/>
    </dgm:pt>
    <dgm:pt modelId="{F24711A7-8455-4FEF-A313-95C287B21E6B}" type="pres">
      <dgm:prSet presAssocID="{FB416EF5-CD8C-4A14-B5F0-851DFE8A6F6B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C7021ED0-D874-4D51-898E-09ED742F5BF0}" type="pres">
      <dgm:prSet presAssocID="{7A4CA73B-5D0A-4046-B30F-13F62F6E5EDA}" presName="spacer" presStyleCnt="0"/>
      <dgm:spPr/>
    </dgm:pt>
    <dgm:pt modelId="{46E3BC60-E11E-4745-9767-0BC06B90FFDA}" type="pres">
      <dgm:prSet presAssocID="{0C2C46D0-2B6D-45FB-8EFB-BD936D0D7C1A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B0AEF43D-626E-407A-9210-EE9EC36FFE4E}" type="pres">
      <dgm:prSet presAssocID="{DCD2714C-F3B2-4477-9B8C-29FAFDE42664}" presName="spacer" presStyleCnt="0"/>
      <dgm:spPr/>
    </dgm:pt>
    <dgm:pt modelId="{40424D50-C30A-4821-82D7-418FA28E2E96}" type="pres">
      <dgm:prSet presAssocID="{27AD2B72-2812-4C79-8F94-BFA322630891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BC00CA0B-701B-49E1-A0F8-9561F9413816}" type="presOf" srcId="{0C2C46D0-2B6D-45FB-8EFB-BD936D0D7C1A}" destId="{46E3BC60-E11E-4745-9767-0BC06B90FFDA}" srcOrd="0" destOrd="0" presId="urn:microsoft.com/office/officeart/2005/8/layout/vList2"/>
    <dgm:cxn modelId="{75DEE5DD-B09A-498F-AACD-3C17A42D64CC}" srcId="{B9B4C560-2B92-4E98-AB70-62275C0F4F37}" destId="{FB416EF5-CD8C-4A14-B5F0-851DFE8A6F6B}" srcOrd="2" destOrd="0" parTransId="{BBFD147C-5561-460C-A66D-C8FF65DCCAD4}" sibTransId="{7A4CA73B-5D0A-4046-B30F-13F62F6E5EDA}"/>
    <dgm:cxn modelId="{A8AFB1CB-A96B-4B1A-9381-EEAD03535331}" type="presOf" srcId="{FB416EF5-CD8C-4A14-B5F0-851DFE8A6F6B}" destId="{F24711A7-8455-4FEF-A313-95C287B21E6B}" srcOrd="0" destOrd="0" presId="urn:microsoft.com/office/officeart/2005/8/layout/vList2"/>
    <dgm:cxn modelId="{F803611B-BA7F-4716-8A11-7EFF426F4B39}" srcId="{B9B4C560-2B92-4E98-AB70-62275C0F4F37}" destId="{0C2C46D0-2B6D-45FB-8EFB-BD936D0D7C1A}" srcOrd="3" destOrd="0" parTransId="{6D6A16A2-31C1-40F9-B6E7-824278984F1B}" sibTransId="{DCD2714C-F3B2-4477-9B8C-29FAFDE42664}"/>
    <dgm:cxn modelId="{81D46E51-3C40-45C4-9D4E-09FAF0EB74B3}" srcId="{B9B4C560-2B92-4E98-AB70-62275C0F4F37}" destId="{37A44ACE-621E-4199-B419-59DE38BF69B4}" srcOrd="0" destOrd="0" parTransId="{6AB0F5A6-8EAD-4831-A197-A83F186158A9}" sibTransId="{903A8FB8-C70A-41F5-9460-F03624788D82}"/>
    <dgm:cxn modelId="{6973565C-D782-412E-8310-098FD3070A3F}" srcId="{B9B4C560-2B92-4E98-AB70-62275C0F4F37}" destId="{27AD2B72-2812-4C79-8F94-BFA322630891}" srcOrd="4" destOrd="0" parTransId="{A2EC528D-3ACD-407A-9582-1242D4D35317}" sibTransId="{3396265B-6EA3-461E-B24A-5C5CDCA1F418}"/>
    <dgm:cxn modelId="{DB67906E-CAEC-4E2D-A62C-F18F419A40E0}" type="presOf" srcId="{B9B4C560-2B92-4E98-AB70-62275C0F4F37}" destId="{D6F81CCC-B86F-4BC1-918D-A82BAD16163D}" srcOrd="0" destOrd="0" presId="urn:microsoft.com/office/officeart/2005/8/layout/vList2"/>
    <dgm:cxn modelId="{25D7583A-5569-4AE3-9CD8-B0B3B401490A}" type="presOf" srcId="{37A44ACE-621E-4199-B419-59DE38BF69B4}" destId="{8DAF9872-CCB4-4065-A982-AD4F28DC1EEB}" srcOrd="0" destOrd="0" presId="urn:microsoft.com/office/officeart/2005/8/layout/vList2"/>
    <dgm:cxn modelId="{89F7D2EB-8480-44AA-8CE1-278B1AD48F89}" type="presOf" srcId="{4D3A9832-7BB5-47D4-92C0-19226315645F}" destId="{BED25F10-69F9-409B-91A9-F190407D7104}" srcOrd="0" destOrd="0" presId="urn:microsoft.com/office/officeart/2005/8/layout/vList2"/>
    <dgm:cxn modelId="{D5778862-5DF0-47AB-B1EB-AA97BA55D191}" type="presOf" srcId="{27AD2B72-2812-4C79-8F94-BFA322630891}" destId="{40424D50-C30A-4821-82D7-418FA28E2E96}" srcOrd="0" destOrd="0" presId="urn:microsoft.com/office/officeart/2005/8/layout/vList2"/>
    <dgm:cxn modelId="{2BBD0E2F-5BC1-40DF-A1DD-2E304979F5D4}" srcId="{B9B4C560-2B92-4E98-AB70-62275C0F4F37}" destId="{4D3A9832-7BB5-47D4-92C0-19226315645F}" srcOrd="1" destOrd="0" parTransId="{EF5DA8BE-4ABC-46D9-86AD-5A126EDCAF2C}" sibTransId="{8860ED24-E236-41FB-98AA-19F407A6E03B}"/>
    <dgm:cxn modelId="{BA52C58C-BCA0-46C3-9454-8707C74814B3}" type="presParOf" srcId="{D6F81CCC-B86F-4BC1-918D-A82BAD16163D}" destId="{8DAF9872-CCB4-4065-A982-AD4F28DC1EEB}" srcOrd="0" destOrd="0" presId="urn:microsoft.com/office/officeart/2005/8/layout/vList2"/>
    <dgm:cxn modelId="{946F6CF7-7BDB-480E-9354-36D0568F4C89}" type="presParOf" srcId="{D6F81CCC-B86F-4BC1-918D-A82BAD16163D}" destId="{564FE00C-7745-4817-BECC-95190AE8A680}" srcOrd="1" destOrd="0" presId="urn:microsoft.com/office/officeart/2005/8/layout/vList2"/>
    <dgm:cxn modelId="{B65B202C-58DC-4069-9289-93B9025A6349}" type="presParOf" srcId="{D6F81CCC-B86F-4BC1-918D-A82BAD16163D}" destId="{BED25F10-69F9-409B-91A9-F190407D7104}" srcOrd="2" destOrd="0" presId="urn:microsoft.com/office/officeart/2005/8/layout/vList2"/>
    <dgm:cxn modelId="{1359C1F0-2953-490D-8D58-B53F012727D8}" type="presParOf" srcId="{D6F81CCC-B86F-4BC1-918D-A82BAD16163D}" destId="{3C2EE044-C488-455E-8F89-303E657B5C61}" srcOrd="3" destOrd="0" presId="urn:microsoft.com/office/officeart/2005/8/layout/vList2"/>
    <dgm:cxn modelId="{E9521107-F1F6-4052-A865-906764ED51EE}" type="presParOf" srcId="{D6F81CCC-B86F-4BC1-918D-A82BAD16163D}" destId="{F24711A7-8455-4FEF-A313-95C287B21E6B}" srcOrd="4" destOrd="0" presId="urn:microsoft.com/office/officeart/2005/8/layout/vList2"/>
    <dgm:cxn modelId="{24261FBE-6A75-459E-9AF8-AD746FC34E01}" type="presParOf" srcId="{D6F81CCC-B86F-4BC1-918D-A82BAD16163D}" destId="{C7021ED0-D874-4D51-898E-09ED742F5BF0}" srcOrd="5" destOrd="0" presId="urn:microsoft.com/office/officeart/2005/8/layout/vList2"/>
    <dgm:cxn modelId="{2E7D84B9-FFB0-4AD4-AF27-0D0AC8E79BF3}" type="presParOf" srcId="{D6F81CCC-B86F-4BC1-918D-A82BAD16163D}" destId="{46E3BC60-E11E-4745-9767-0BC06B90FFDA}" srcOrd="6" destOrd="0" presId="urn:microsoft.com/office/officeart/2005/8/layout/vList2"/>
    <dgm:cxn modelId="{661A36AA-31E2-41F1-8918-9942ECF1D588}" type="presParOf" srcId="{D6F81CCC-B86F-4BC1-918D-A82BAD16163D}" destId="{B0AEF43D-626E-407A-9210-EE9EC36FFE4E}" srcOrd="7" destOrd="0" presId="urn:microsoft.com/office/officeart/2005/8/layout/vList2"/>
    <dgm:cxn modelId="{BBB5FE61-CC2C-4AB8-83B5-220CF59D9DF4}" type="presParOf" srcId="{D6F81CCC-B86F-4BC1-918D-A82BAD16163D}" destId="{40424D50-C30A-4821-82D7-418FA28E2E96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71D8AB-16FA-4EF6-9ACE-F21DDE5BF31B}">
      <dsp:nvSpPr>
        <dsp:cNvPr id="0" name=""/>
        <dsp:cNvSpPr/>
      </dsp:nvSpPr>
      <dsp:spPr>
        <a:xfrm>
          <a:off x="0" y="0"/>
          <a:ext cx="4628549" cy="21306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5780" tIns="525780" rIns="525780" bIns="525780" numCol="1" spcCol="1270" anchor="ctr" anchorCtr="0">
          <a:noAutofit/>
        </a:bodyPr>
        <a:lstStyle/>
        <a:p>
          <a:pPr marL="0" lvl="0" indent="0" algn="ctr" defTabSz="6134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800" kern="1200" dirty="0">
              <a:latin typeface="Maiandra GD" panose="020E0502030308020204" pitchFamily="34" charset="0"/>
            </a:rPr>
            <a:t>AC</a:t>
          </a:r>
        </a:p>
      </dsp:txBody>
      <dsp:txXfrm>
        <a:off x="62404" y="62404"/>
        <a:ext cx="4503741" cy="2005833"/>
      </dsp:txXfrm>
    </dsp:sp>
    <dsp:sp modelId="{4CA2BC58-8A74-4EC7-BBDE-A159F966B985}">
      <dsp:nvSpPr>
        <dsp:cNvPr id="0" name=""/>
        <dsp:cNvSpPr/>
      </dsp:nvSpPr>
      <dsp:spPr>
        <a:xfrm>
          <a:off x="5093304" y="491380"/>
          <a:ext cx="985281" cy="114788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200" kern="1200">
            <a:latin typeface="Monotype Corsiva" panose="03010101010201010101" pitchFamily="66" charset="0"/>
          </a:endParaRPr>
        </a:p>
      </dsp:txBody>
      <dsp:txXfrm>
        <a:off x="5093304" y="720956"/>
        <a:ext cx="689697" cy="688728"/>
      </dsp:txXfrm>
    </dsp:sp>
    <dsp:sp modelId="{A8AF7CF9-2006-405A-9AC3-7324E512F0A1}">
      <dsp:nvSpPr>
        <dsp:cNvPr id="0" name=""/>
        <dsp:cNvSpPr/>
      </dsp:nvSpPr>
      <dsp:spPr>
        <a:xfrm>
          <a:off x="6487570" y="0"/>
          <a:ext cx="4628549" cy="21306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5780" tIns="525780" rIns="525780" bIns="525780" numCol="1" spcCol="1270" anchor="ctr" anchorCtr="0">
          <a:noAutofit/>
        </a:bodyPr>
        <a:lstStyle/>
        <a:p>
          <a:pPr marL="0" lvl="0" indent="0" algn="ctr" defTabSz="6134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800" kern="1200" dirty="0">
              <a:latin typeface="Maiandra GD" panose="020E0502030308020204" pitchFamily="34" charset="0"/>
            </a:rPr>
            <a:t>DC</a:t>
          </a:r>
        </a:p>
      </dsp:txBody>
      <dsp:txXfrm>
        <a:off x="6549974" y="62404"/>
        <a:ext cx="4503741" cy="200583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8FCBAF-32F1-417D-8852-317AEC129750}">
      <dsp:nvSpPr>
        <dsp:cNvPr id="0" name=""/>
        <dsp:cNvSpPr/>
      </dsp:nvSpPr>
      <dsp:spPr>
        <a:xfrm>
          <a:off x="7383617" y="3858440"/>
          <a:ext cx="947824" cy="45107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7396"/>
              </a:lnTo>
              <a:lnTo>
                <a:pt x="947824" y="307396"/>
              </a:lnTo>
              <a:lnTo>
                <a:pt x="947824" y="451078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1FD3427-CB15-4863-9CFB-245C65E29B1C}">
      <dsp:nvSpPr>
        <dsp:cNvPr id="0" name=""/>
        <dsp:cNvSpPr/>
      </dsp:nvSpPr>
      <dsp:spPr>
        <a:xfrm>
          <a:off x="6435792" y="3858440"/>
          <a:ext cx="947824" cy="451078"/>
        </a:xfrm>
        <a:custGeom>
          <a:avLst/>
          <a:gdLst/>
          <a:ahLst/>
          <a:cxnLst/>
          <a:rect l="0" t="0" r="0" b="0"/>
          <a:pathLst>
            <a:path>
              <a:moveTo>
                <a:pt x="947824" y="0"/>
              </a:moveTo>
              <a:lnTo>
                <a:pt x="947824" y="307396"/>
              </a:lnTo>
              <a:lnTo>
                <a:pt x="0" y="307396"/>
              </a:lnTo>
              <a:lnTo>
                <a:pt x="0" y="451078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789E30F-913D-465B-A0D9-219A17025856}">
      <dsp:nvSpPr>
        <dsp:cNvPr id="0" name=""/>
        <dsp:cNvSpPr/>
      </dsp:nvSpPr>
      <dsp:spPr>
        <a:xfrm>
          <a:off x="6435792" y="2422486"/>
          <a:ext cx="947824" cy="45107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7396"/>
              </a:lnTo>
              <a:lnTo>
                <a:pt x="947824" y="307396"/>
              </a:lnTo>
              <a:lnTo>
                <a:pt x="947824" y="451078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A337A27-4493-4A6E-B55C-2295FBC75B1B}">
      <dsp:nvSpPr>
        <dsp:cNvPr id="0" name=""/>
        <dsp:cNvSpPr/>
      </dsp:nvSpPr>
      <dsp:spPr>
        <a:xfrm>
          <a:off x="5487968" y="2422486"/>
          <a:ext cx="947824" cy="451078"/>
        </a:xfrm>
        <a:custGeom>
          <a:avLst/>
          <a:gdLst/>
          <a:ahLst/>
          <a:cxnLst/>
          <a:rect l="0" t="0" r="0" b="0"/>
          <a:pathLst>
            <a:path>
              <a:moveTo>
                <a:pt x="947824" y="0"/>
              </a:moveTo>
              <a:lnTo>
                <a:pt x="947824" y="307396"/>
              </a:lnTo>
              <a:lnTo>
                <a:pt x="0" y="307396"/>
              </a:lnTo>
              <a:lnTo>
                <a:pt x="0" y="451078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E790B11-B36C-427C-8F83-157BA235DE32}">
      <dsp:nvSpPr>
        <dsp:cNvPr id="0" name=""/>
        <dsp:cNvSpPr/>
      </dsp:nvSpPr>
      <dsp:spPr>
        <a:xfrm>
          <a:off x="4503063" y="986532"/>
          <a:ext cx="1932729" cy="45107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7396"/>
              </a:lnTo>
              <a:lnTo>
                <a:pt x="1932729" y="307396"/>
              </a:lnTo>
              <a:lnTo>
                <a:pt x="1932729" y="451078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FD5DE99-573B-4690-9BA6-FE6C0DDAAF51}">
      <dsp:nvSpPr>
        <dsp:cNvPr id="0" name=""/>
        <dsp:cNvSpPr/>
      </dsp:nvSpPr>
      <dsp:spPr>
        <a:xfrm>
          <a:off x="3592319" y="3858440"/>
          <a:ext cx="947824" cy="45107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7396"/>
              </a:lnTo>
              <a:lnTo>
                <a:pt x="947824" y="307396"/>
              </a:lnTo>
              <a:lnTo>
                <a:pt x="947824" y="451078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7D0607A-1060-46D2-AB9E-CFB1960A16A3}">
      <dsp:nvSpPr>
        <dsp:cNvPr id="0" name=""/>
        <dsp:cNvSpPr/>
      </dsp:nvSpPr>
      <dsp:spPr>
        <a:xfrm>
          <a:off x="2644494" y="3858440"/>
          <a:ext cx="947824" cy="451078"/>
        </a:xfrm>
        <a:custGeom>
          <a:avLst/>
          <a:gdLst/>
          <a:ahLst/>
          <a:cxnLst/>
          <a:rect l="0" t="0" r="0" b="0"/>
          <a:pathLst>
            <a:path>
              <a:moveTo>
                <a:pt x="947824" y="0"/>
              </a:moveTo>
              <a:lnTo>
                <a:pt x="947824" y="307396"/>
              </a:lnTo>
              <a:lnTo>
                <a:pt x="0" y="307396"/>
              </a:lnTo>
              <a:lnTo>
                <a:pt x="0" y="451078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501178F-D6FD-429E-93C9-9E23A8A4B124}">
      <dsp:nvSpPr>
        <dsp:cNvPr id="0" name=""/>
        <dsp:cNvSpPr/>
      </dsp:nvSpPr>
      <dsp:spPr>
        <a:xfrm>
          <a:off x="2644494" y="2422486"/>
          <a:ext cx="947824" cy="45107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7396"/>
              </a:lnTo>
              <a:lnTo>
                <a:pt x="947824" y="307396"/>
              </a:lnTo>
              <a:lnTo>
                <a:pt x="947824" y="451078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1308DB9-C245-4B0B-8B14-E76F21E9009B}">
      <dsp:nvSpPr>
        <dsp:cNvPr id="0" name=""/>
        <dsp:cNvSpPr/>
      </dsp:nvSpPr>
      <dsp:spPr>
        <a:xfrm>
          <a:off x="1696670" y="2422486"/>
          <a:ext cx="947824" cy="451078"/>
        </a:xfrm>
        <a:custGeom>
          <a:avLst/>
          <a:gdLst/>
          <a:ahLst/>
          <a:cxnLst/>
          <a:rect l="0" t="0" r="0" b="0"/>
          <a:pathLst>
            <a:path>
              <a:moveTo>
                <a:pt x="947824" y="0"/>
              </a:moveTo>
              <a:lnTo>
                <a:pt x="947824" y="307396"/>
              </a:lnTo>
              <a:lnTo>
                <a:pt x="0" y="307396"/>
              </a:lnTo>
              <a:lnTo>
                <a:pt x="0" y="451078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78CFAFC-4B72-4BA6-9D6B-4109626A8EE1}">
      <dsp:nvSpPr>
        <dsp:cNvPr id="0" name=""/>
        <dsp:cNvSpPr/>
      </dsp:nvSpPr>
      <dsp:spPr>
        <a:xfrm>
          <a:off x="2644494" y="986532"/>
          <a:ext cx="1858568" cy="451078"/>
        </a:xfrm>
        <a:custGeom>
          <a:avLst/>
          <a:gdLst/>
          <a:ahLst/>
          <a:cxnLst/>
          <a:rect l="0" t="0" r="0" b="0"/>
          <a:pathLst>
            <a:path>
              <a:moveTo>
                <a:pt x="1858568" y="0"/>
              </a:moveTo>
              <a:lnTo>
                <a:pt x="1858568" y="307396"/>
              </a:lnTo>
              <a:lnTo>
                <a:pt x="0" y="307396"/>
              </a:lnTo>
              <a:lnTo>
                <a:pt x="0" y="451078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051401F-E5F7-4583-A82E-57F3F80E936E}">
      <dsp:nvSpPr>
        <dsp:cNvPr id="0" name=""/>
        <dsp:cNvSpPr/>
      </dsp:nvSpPr>
      <dsp:spPr>
        <a:xfrm>
          <a:off x="3727570" y="1656"/>
          <a:ext cx="1550985" cy="98487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E326100-BFEA-48B9-885B-EB6FBF0A528A}">
      <dsp:nvSpPr>
        <dsp:cNvPr id="0" name=""/>
        <dsp:cNvSpPr/>
      </dsp:nvSpPr>
      <dsp:spPr>
        <a:xfrm>
          <a:off x="3899902" y="165372"/>
          <a:ext cx="1550985" cy="98487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Maiandra GD" panose="020E0502030308020204" pitchFamily="34" charset="0"/>
            </a:rPr>
            <a:t>Rectifiers</a:t>
          </a:r>
        </a:p>
      </dsp:txBody>
      <dsp:txXfrm>
        <a:off x="3928748" y="194218"/>
        <a:ext cx="1493293" cy="927183"/>
      </dsp:txXfrm>
    </dsp:sp>
    <dsp:sp modelId="{66524CD7-0089-465D-B115-E9996D2A5E2D}">
      <dsp:nvSpPr>
        <dsp:cNvPr id="0" name=""/>
        <dsp:cNvSpPr/>
      </dsp:nvSpPr>
      <dsp:spPr>
        <a:xfrm>
          <a:off x="1794841" y="1437611"/>
          <a:ext cx="1699306" cy="984875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F614436-B2AF-4916-8AAB-68017E413644}">
      <dsp:nvSpPr>
        <dsp:cNvPr id="0" name=""/>
        <dsp:cNvSpPr/>
      </dsp:nvSpPr>
      <dsp:spPr>
        <a:xfrm>
          <a:off x="1967173" y="1601326"/>
          <a:ext cx="1699306" cy="98487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Maiandra GD" panose="020E0502030308020204" pitchFamily="34" charset="0"/>
            </a:rPr>
            <a:t>Uncontrolled</a:t>
          </a:r>
        </a:p>
      </dsp:txBody>
      <dsp:txXfrm>
        <a:off x="1996019" y="1630172"/>
        <a:ext cx="1641614" cy="927183"/>
      </dsp:txXfrm>
    </dsp:sp>
    <dsp:sp modelId="{57BDC1C4-ABF0-4EEB-9BC3-B4E281A94AC6}">
      <dsp:nvSpPr>
        <dsp:cNvPr id="0" name=""/>
        <dsp:cNvSpPr/>
      </dsp:nvSpPr>
      <dsp:spPr>
        <a:xfrm>
          <a:off x="921177" y="2873565"/>
          <a:ext cx="1550985" cy="9848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C18758E7-0C2F-4304-B6CE-E8F6AA598885}">
      <dsp:nvSpPr>
        <dsp:cNvPr id="0" name=""/>
        <dsp:cNvSpPr/>
      </dsp:nvSpPr>
      <dsp:spPr>
        <a:xfrm>
          <a:off x="1093509" y="3037280"/>
          <a:ext cx="1550985" cy="98487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Maiandra GD" panose="020E0502030308020204" pitchFamily="34" charset="0"/>
            </a:rPr>
            <a:t>Half-Wave</a:t>
          </a:r>
        </a:p>
      </dsp:txBody>
      <dsp:txXfrm>
        <a:off x="1122355" y="3066126"/>
        <a:ext cx="1493293" cy="927183"/>
      </dsp:txXfrm>
    </dsp:sp>
    <dsp:sp modelId="{EB9B1C90-E59A-4F47-BF20-5C1B7AAD53C3}">
      <dsp:nvSpPr>
        <dsp:cNvPr id="0" name=""/>
        <dsp:cNvSpPr/>
      </dsp:nvSpPr>
      <dsp:spPr>
        <a:xfrm>
          <a:off x="2816826" y="2873565"/>
          <a:ext cx="1550985" cy="9848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9B1A299-B081-40B2-A5D6-9C5AB34FFFEC}">
      <dsp:nvSpPr>
        <dsp:cNvPr id="0" name=""/>
        <dsp:cNvSpPr/>
      </dsp:nvSpPr>
      <dsp:spPr>
        <a:xfrm>
          <a:off x="2989158" y="3037280"/>
          <a:ext cx="1550985" cy="98487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Maiandra GD" panose="020E0502030308020204" pitchFamily="34" charset="0"/>
            </a:rPr>
            <a:t>Full-Wave</a:t>
          </a:r>
        </a:p>
      </dsp:txBody>
      <dsp:txXfrm>
        <a:off x="3018004" y="3066126"/>
        <a:ext cx="1493293" cy="927183"/>
      </dsp:txXfrm>
    </dsp:sp>
    <dsp:sp modelId="{1AD32920-76D5-4C3C-B67A-EB960F927B41}">
      <dsp:nvSpPr>
        <dsp:cNvPr id="0" name=""/>
        <dsp:cNvSpPr/>
      </dsp:nvSpPr>
      <dsp:spPr>
        <a:xfrm>
          <a:off x="1869002" y="4309519"/>
          <a:ext cx="1550985" cy="98487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C4A5C84-C01F-4C99-825A-1D39FCF32C68}">
      <dsp:nvSpPr>
        <dsp:cNvPr id="0" name=""/>
        <dsp:cNvSpPr/>
      </dsp:nvSpPr>
      <dsp:spPr>
        <a:xfrm>
          <a:off x="2041333" y="4473234"/>
          <a:ext cx="1550985" cy="98487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Maiandra GD" panose="020E0502030308020204" pitchFamily="34" charset="0"/>
            </a:rPr>
            <a:t>Bridge</a:t>
          </a:r>
        </a:p>
      </dsp:txBody>
      <dsp:txXfrm>
        <a:off x="2070179" y="4502080"/>
        <a:ext cx="1493293" cy="927183"/>
      </dsp:txXfrm>
    </dsp:sp>
    <dsp:sp modelId="{D2AAC0A2-8D1A-4C3A-BEB4-81D01E137793}">
      <dsp:nvSpPr>
        <dsp:cNvPr id="0" name=""/>
        <dsp:cNvSpPr/>
      </dsp:nvSpPr>
      <dsp:spPr>
        <a:xfrm>
          <a:off x="3764651" y="4309519"/>
          <a:ext cx="1550985" cy="98487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BDCA508-157D-425B-BD42-3033C4DCA6E9}">
      <dsp:nvSpPr>
        <dsp:cNvPr id="0" name=""/>
        <dsp:cNvSpPr/>
      </dsp:nvSpPr>
      <dsp:spPr>
        <a:xfrm>
          <a:off x="3936982" y="4473234"/>
          <a:ext cx="1550985" cy="98487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Maiandra GD" panose="020E0502030308020204" pitchFamily="34" charset="0"/>
            </a:rPr>
            <a:t>Centre-Tap</a:t>
          </a:r>
        </a:p>
      </dsp:txBody>
      <dsp:txXfrm>
        <a:off x="3965828" y="4502080"/>
        <a:ext cx="1493293" cy="927183"/>
      </dsp:txXfrm>
    </dsp:sp>
    <dsp:sp modelId="{6260FCC7-928E-4B05-BAFA-014219BCAFD1}">
      <dsp:nvSpPr>
        <dsp:cNvPr id="0" name=""/>
        <dsp:cNvSpPr/>
      </dsp:nvSpPr>
      <dsp:spPr>
        <a:xfrm>
          <a:off x="5660300" y="1437611"/>
          <a:ext cx="1550985" cy="984875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CF3806E0-E030-472A-957F-97968351FFFA}">
      <dsp:nvSpPr>
        <dsp:cNvPr id="0" name=""/>
        <dsp:cNvSpPr/>
      </dsp:nvSpPr>
      <dsp:spPr>
        <a:xfrm>
          <a:off x="5832631" y="1601326"/>
          <a:ext cx="1550985" cy="98487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Maiandra GD" panose="020E0502030308020204" pitchFamily="34" charset="0"/>
            </a:rPr>
            <a:t>Controlled</a:t>
          </a:r>
        </a:p>
      </dsp:txBody>
      <dsp:txXfrm>
        <a:off x="5861477" y="1630172"/>
        <a:ext cx="1493293" cy="927183"/>
      </dsp:txXfrm>
    </dsp:sp>
    <dsp:sp modelId="{8CAEAE6A-D1EE-4B73-B8F1-F71F21FE94EB}">
      <dsp:nvSpPr>
        <dsp:cNvPr id="0" name=""/>
        <dsp:cNvSpPr/>
      </dsp:nvSpPr>
      <dsp:spPr>
        <a:xfrm>
          <a:off x="4712475" y="2873565"/>
          <a:ext cx="1550985" cy="9848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0D276F9-3E5B-49FB-9A4D-BF543C790D2F}">
      <dsp:nvSpPr>
        <dsp:cNvPr id="0" name=""/>
        <dsp:cNvSpPr/>
      </dsp:nvSpPr>
      <dsp:spPr>
        <a:xfrm>
          <a:off x="4884807" y="3037280"/>
          <a:ext cx="1550985" cy="98487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Maiandra GD" panose="020E0502030308020204" pitchFamily="34" charset="0"/>
            </a:rPr>
            <a:t>Half-Wave</a:t>
          </a:r>
        </a:p>
      </dsp:txBody>
      <dsp:txXfrm>
        <a:off x="4913653" y="3066126"/>
        <a:ext cx="1493293" cy="927183"/>
      </dsp:txXfrm>
    </dsp:sp>
    <dsp:sp modelId="{F1D4E88C-CA03-47B0-ADCE-00158ED3250F}">
      <dsp:nvSpPr>
        <dsp:cNvPr id="0" name=""/>
        <dsp:cNvSpPr/>
      </dsp:nvSpPr>
      <dsp:spPr>
        <a:xfrm>
          <a:off x="6608124" y="2873565"/>
          <a:ext cx="1550985" cy="9848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2086372-47DD-49A0-A41E-2B647D8ACBDB}">
      <dsp:nvSpPr>
        <dsp:cNvPr id="0" name=""/>
        <dsp:cNvSpPr/>
      </dsp:nvSpPr>
      <dsp:spPr>
        <a:xfrm>
          <a:off x="6780456" y="3037280"/>
          <a:ext cx="1550985" cy="98487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Maiandra GD" panose="020E0502030308020204" pitchFamily="34" charset="0"/>
            </a:rPr>
            <a:t>Full-Wave</a:t>
          </a:r>
        </a:p>
      </dsp:txBody>
      <dsp:txXfrm>
        <a:off x="6809302" y="3066126"/>
        <a:ext cx="1493293" cy="927183"/>
      </dsp:txXfrm>
    </dsp:sp>
    <dsp:sp modelId="{B92ABF80-F3EB-4F60-9DE7-50AE0254BE51}">
      <dsp:nvSpPr>
        <dsp:cNvPr id="0" name=""/>
        <dsp:cNvSpPr/>
      </dsp:nvSpPr>
      <dsp:spPr>
        <a:xfrm>
          <a:off x="5660300" y="4309519"/>
          <a:ext cx="1550985" cy="98487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90FA523-005F-48FB-B198-B77B5CBF54C4}">
      <dsp:nvSpPr>
        <dsp:cNvPr id="0" name=""/>
        <dsp:cNvSpPr/>
      </dsp:nvSpPr>
      <dsp:spPr>
        <a:xfrm>
          <a:off x="5832631" y="4473234"/>
          <a:ext cx="1550985" cy="98487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Maiandra GD" panose="020E0502030308020204" pitchFamily="34" charset="0"/>
            </a:rPr>
            <a:t>Bridge</a:t>
          </a:r>
        </a:p>
      </dsp:txBody>
      <dsp:txXfrm>
        <a:off x="5861477" y="4502080"/>
        <a:ext cx="1493293" cy="927183"/>
      </dsp:txXfrm>
    </dsp:sp>
    <dsp:sp modelId="{C6B2C1D8-E90B-40AC-8883-A0F9D7A0A8CD}">
      <dsp:nvSpPr>
        <dsp:cNvPr id="0" name=""/>
        <dsp:cNvSpPr/>
      </dsp:nvSpPr>
      <dsp:spPr>
        <a:xfrm>
          <a:off x="7555949" y="4309519"/>
          <a:ext cx="1550985" cy="98487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FE3225C-0BD9-4E4E-B817-D201D0266D7B}">
      <dsp:nvSpPr>
        <dsp:cNvPr id="0" name=""/>
        <dsp:cNvSpPr/>
      </dsp:nvSpPr>
      <dsp:spPr>
        <a:xfrm>
          <a:off x="7728280" y="4473234"/>
          <a:ext cx="1550985" cy="98487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Maiandra GD" panose="020E0502030308020204" pitchFamily="34" charset="0"/>
            </a:rPr>
            <a:t>Centre-Tap</a:t>
          </a:r>
        </a:p>
      </dsp:txBody>
      <dsp:txXfrm>
        <a:off x="7757126" y="4502080"/>
        <a:ext cx="1493293" cy="92718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EEBC43-959D-4C3D-A635-0586EB12A849}">
      <dsp:nvSpPr>
        <dsp:cNvPr id="0" name=""/>
        <dsp:cNvSpPr/>
      </dsp:nvSpPr>
      <dsp:spPr>
        <a:xfrm>
          <a:off x="4354" y="0"/>
          <a:ext cx="4188629" cy="583262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>
              <a:solidFill>
                <a:schemeClr val="bg1"/>
              </a:solidFill>
              <a:latin typeface="Maiandra GD" panose="020E0502030308020204" pitchFamily="34" charset="0"/>
            </a:rPr>
            <a:t>Uncontrolled Rectifier</a:t>
          </a:r>
        </a:p>
      </dsp:txBody>
      <dsp:txXfrm>
        <a:off x="4354" y="0"/>
        <a:ext cx="4188629" cy="1749788"/>
      </dsp:txXfrm>
    </dsp:sp>
    <dsp:sp modelId="{89855A14-490A-4C3D-A7A2-CEDF3EBBB1C8}">
      <dsp:nvSpPr>
        <dsp:cNvPr id="0" name=""/>
        <dsp:cNvSpPr/>
      </dsp:nvSpPr>
      <dsp:spPr>
        <a:xfrm>
          <a:off x="423217" y="1750287"/>
          <a:ext cx="3350903" cy="114587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chemeClr val="bg1"/>
              </a:solidFill>
              <a:latin typeface="Maiandra GD" panose="020E0502030308020204" pitchFamily="34" charset="0"/>
            </a:rPr>
            <a:t>Output voltage can’t be controlled, it is fixed depending on the AC input.</a:t>
          </a:r>
        </a:p>
      </dsp:txBody>
      <dsp:txXfrm>
        <a:off x="456779" y="1783849"/>
        <a:ext cx="3283779" cy="1078754"/>
      </dsp:txXfrm>
    </dsp:sp>
    <dsp:sp modelId="{B956822D-4CBA-474C-A503-F7D10B454291}">
      <dsp:nvSpPr>
        <dsp:cNvPr id="0" name=""/>
        <dsp:cNvSpPr/>
      </dsp:nvSpPr>
      <dsp:spPr>
        <a:xfrm>
          <a:off x="423217" y="3072454"/>
          <a:ext cx="3350903" cy="114587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chemeClr val="bg1"/>
              </a:solidFill>
              <a:latin typeface="Maiandra GD" panose="020E0502030308020204" pitchFamily="34" charset="0"/>
            </a:rPr>
            <a:t>Diode – conducts as long as it is forward biased</a:t>
          </a:r>
        </a:p>
      </dsp:txBody>
      <dsp:txXfrm>
        <a:off x="456779" y="3106016"/>
        <a:ext cx="3283779" cy="1078754"/>
      </dsp:txXfrm>
    </dsp:sp>
    <dsp:sp modelId="{BBC25C3C-A274-444D-927D-6E5DE5E162B7}">
      <dsp:nvSpPr>
        <dsp:cNvPr id="0" name=""/>
        <dsp:cNvSpPr/>
      </dsp:nvSpPr>
      <dsp:spPr>
        <a:xfrm>
          <a:off x="423217" y="4394621"/>
          <a:ext cx="3350903" cy="114587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chemeClr val="bg1"/>
              </a:solidFill>
              <a:latin typeface="Maiandra GD" panose="020E0502030308020204" pitchFamily="34" charset="0"/>
            </a:rPr>
            <a:t>Not in the operator’s control.</a:t>
          </a:r>
        </a:p>
      </dsp:txBody>
      <dsp:txXfrm>
        <a:off x="456779" y="4428183"/>
        <a:ext cx="3283779" cy="1078754"/>
      </dsp:txXfrm>
    </dsp:sp>
    <dsp:sp modelId="{D07D17CB-B8EA-4BB2-A3CB-8ECE89A3C7BB}">
      <dsp:nvSpPr>
        <dsp:cNvPr id="0" name=""/>
        <dsp:cNvSpPr/>
      </dsp:nvSpPr>
      <dsp:spPr>
        <a:xfrm>
          <a:off x="4507131" y="0"/>
          <a:ext cx="4188629" cy="583262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>
              <a:solidFill>
                <a:schemeClr val="bg1"/>
              </a:solidFill>
              <a:latin typeface="Maiandra GD" panose="020E0502030308020204" pitchFamily="34" charset="0"/>
            </a:rPr>
            <a:t>Controlled Rectifier</a:t>
          </a:r>
        </a:p>
      </dsp:txBody>
      <dsp:txXfrm>
        <a:off x="4507131" y="0"/>
        <a:ext cx="4188629" cy="1749788"/>
      </dsp:txXfrm>
    </dsp:sp>
    <dsp:sp modelId="{EAC5585B-5DA8-4755-81EC-0FB4C8EC86E9}">
      <dsp:nvSpPr>
        <dsp:cNvPr id="0" name=""/>
        <dsp:cNvSpPr/>
      </dsp:nvSpPr>
      <dsp:spPr>
        <a:xfrm>
          <a:off x="4925994" y="1750287"/>
          <a:ext cx="3350903" cy="114587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chemeClr val="bg1"/>
              </a:solidFill>
              <a:latin typeface="Maiandra GD" panose="020E0502030308020204" pitchFamily="34" charset="0"/>
            </a:rPr>
            <a:t>Output Voltage can be varied and changed.</a:t>
          </a:r>
        </a:p>
      </dsp:txBody>
      <dsp:txXfrm>
        <a:off x="4959556" y="1783849"/>
        <a:ext cx="3283779" cy="1078754"/>
      </dsp:txXfrm>
    </dsp:sp>
    <dsp:sp modelId="{9311A495-1EC4-483C-8F35-D3B4A015CC1C}">
      <dsp:nvSpPr>
        <dsp:cNvPr id="0" name=""/>
        <dsp:cNvSpPr/>
      </dsp:nvSpPr>
      <dsp:spPr>
        <a:xfrm>
          <a:off x="4925994" y="3072454"/>
          <a:ext cx="3350903" cy="114587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chemeClr val="bg1"/>
              </a:solidFill>
              <a:latin typeface="Maiandra GD" panose="020E0502030308020204" pitchFamily="34" charset="0"/>
            </a:rPr>
            <a:t>SCR – Silicon Controlled Rectifier; contains anode, cathode, AND control input called gate</a:t>
          </a:r>
        </a:p>
      </dsp:txBody>
      <dsp:txXfrm>
        <a:off x="4959556" y="3106016"/>
        <a:ext cx="3283779" cy="1078754"/>
      </dsp:txXfrm>
    </dsp:sp>
    <dsp:sp modelId="{CBDCD343-4AA5-4A4C-879C-B650DA1DAF50}">
      <dsp:nvSpPr>
        <dsp:cNvPr id="0" name=""/>
        <dsp:cNvSpPr/>
      </dsp:nvSpPr>
      <dsp:spPr>
        <a:xfrm>
          <a:off x="4925994" y="4394621"/>
          <a:ext cx="3350903" cy="114587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chemeClr val="bg1"/>
              </a:solidFill>
              <a:latin typeface="Maiandra GD" panose="020E0502030308020204" pitchFamily="34" charset="0"/>
            </a:rPr>
            <a:t>Starts forward conduction only when there is a pulse at the gate input.</a:t>
          </a:r>
        </a:p>
      </dsp:txBody>
      <dsp:txXfrm>
        <a:off x="4959556" y="4428183"/>
        <a:ext cx="3283779" cy="107875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7C13DA-9490-4A1E-B95D-02CB4CEC6C46}">
      <dsp:nvSpPr>
        <dsp:cNvPr id="0" name=""/>
        <dsp:cNvSpPr/>
      </dsp:nvSpPr>
      <dsp:spPr>
        <a:xfrm>
          <a:off x="2290" y="0"/>
          <a:ext cx="3564076" cy="539260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472" tIns="220472" rIns="220472" bIns="220472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>
              <a:latin typeface="Maiandra GD" panose="020E0502030308020204" pitchFamily="34" charset="0"/>
            </a:rPr>
            <a:t>Dual-Voltage Transformer</a:t>
          </a:r>
        </a:p>
      </dsp:txBody>
      <dsp:txXfrm>
        <a:off x="2290" y="2157043"/>
        <a:ext cx="3564076" cy="2157043"/>
      </dsp:txXfrm>
    </dsp:sp>
    <dsp:sp modelId="{F2AD6F6A-9EE2-4DBB-8B7E-B9C9A7A8915A}">
      <dsp:nvSpPr>
        <dsp:cNvPr id="0" name=""/>
        <dsp:cNvSpPr/>
      </dsp:nvSpPr>
      <dsp:spPr>
        <a:xfrm>
          <a:off x="230826" y="323556"/>
          <a:ext cx="3071665" cy="1795738"/>
        </a:xfrm>
        <a:prstGeom prst="roundRect">
          <a:avLst/>
        </a:prstGeom>
        <a:blipFill rotWithShape="1">
          <a:blip xmlns:r="http://schemas.openxmlformats.org/officeDocument/2006/relationships" r:embed="rId1"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4F8460-9E40-4A3F-B566-7F222F0F4A0A}">
      <dsp:nvSpPr>
        <dsp:cNvPr id="0" name=""/>
        <dsp:cNvSpPr/>
      </dsp:nvSpPr>
      <dsp:spPr>
        <a:xfrm>
          <a:off x="3673289" y="0"/>
          <a:ext cx="3564076" cy="539260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472" tIns="220472" rIns="220472" bIns="220472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>
              <a:latin typeface="Maiandra GD" panose="020E0502030308020204" pitchFamily="34" charset="0"/>
            </a:rPr>
            <a:t>2 Inputs and 3 Output Terminals</a:t>
          </a:r>
        </a:p>
      </dsp:txBody>
      <dsp:txXfrm>
        <a:off x="3673289" y="2157043"/>
        <a:ext cx="3564076" cy="2157043"/>
      </dsp:txXfrm>
    </dsp:sp>
    <dsp:sp modelId="{6AD75DDF-4773-4852-B072-20509D86AF4B}">
      <dsp:nvSpPr>
        <dsp:cNvPr id="0" name=""/>
        <dsp:cNvSpPr/>
      </dsp:nvSpPr>
      <dsp:spPr>
        <a:xfrm>
          <a:off x="3879540" y="323556"/>
          <a:ext cx="3151575" cy="1795738"/>
        </a:xfrm>
        <a:prstGeom prst="roundRect">
          <a:avLst/>
        </a:prstGeom>
        <a:blipFill rotWithShape="1">
          <a:blip xmlns:r="http://schemas.openxmlformats.org/officeDocument/2006/relationships" r:embed="rId2"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2C4AE0-5384-44E1-A423-5EECE86BA209}">
      <dsp:nvSpPr>
        <dsp:cNvPr id="0" name=""/>
        <dsp:cNvSpPr/>
      </dsp:nvSpPr>
      <dsp:spPr>
        <a:xfrm>
          <a:off x="7344288" y="0"/>
          <a:ext cx="3564076" cy="539260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472" tIns="220472" rIns="220472" bIns="220472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>
              <a:latin typeface="Maiandra GD" panose="020E0502030308020204" pitchFamily="34" charset="0"/>
            </a:rPr>
            <a:t>Terminal connected to </a:t>
          </a:r>
          <a:r>
            <a:rPr lang="en-US" sz="3100" kern="1200" dirty="0" err="1">
              <a:latin typeface="Maiandra GD" panose="020E0502030308020204" pitchFamily="34" charset="0"/>
            </a:rPr>
            <a:t>centre</a:t>
          </a:r>
          <a:r>
            <a:rPr lang="en-US" sz="3100" kern="1200" dirty="0">
              <a:latin typeface="Maiandra GD" panose="020E0502030308020204" pitchFamily="34" charset="0"/>
            </a:rPr>
            <a:t> acts as reference ground</a:t>
          </a:r>
        </a:p>
      </dsp:txBody>
      <dsp:txXfrm>
        <a:off x="7344288" y="2157043"/>
        <a:ext cx="3564076" cy="2157043"/>
      </dsp:txXfrm>
    </dsp:sp>
    <dsp:sp modelId="{D542FA17-1E01-4B12-9CB9-7EF263A7332D}">
      <dsp:nvSpPr>
        <dsp:cNvPr id="0" name=""/>
        <dsp:cNvSpPr/>
      </dsp:nvSpPr>
      <dsp:spPr>
        <a:xfrm>
          <a:off x="7555064" y="305796"/>
          <a:ext cx="3053743" cy="1795738"/>
        </a:xfrm>
        <a:prstGeom prst="roundRect">
          <a:avLst/>
        </a:prstGeom>
        <a:blipFill rotWithShape="1">
          <a:blip xmlns:r="http://schemas.openxmlformats.org/officeDocument/2006/relationships" r:embed="rId3"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9DCE32-DDA8-4856-B918-A172C5C0A794}">
      <dsp:nvSpPr>
        <dsp:cNvPr id="0" name=""/>
        <dsp:cNvSpPr/>
      </dsp:nvSpPr>
      <dsp:spPr>
        <a:xfrm>
          <a:off x="436426" y="4314087"/>
          <a:ext cx="10037803" cy="808891"/>
        </a:xfrm>
        <a:prstGeom prst="leftRight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140415-5AE7-4E34-84AA-95F474DF2010}">
      <dsp:nvSpPr>
        <dsp:cNvPr id="0" name=""/>
        <dsp:cNvSpPr/>
      </dsp:nvSpPr>
      <dsp:spPr>
        <a:xfrm>
          <a:off x="2408" y="0"/>
          <a:ext cx="3746775" cy="553078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latin typeface="Maiandra GD" panose="020E0502030308020204" pitchFamily="34" charset="0"/>
            </a:rPr>
            <a:t>Uses 4 diodes to convert both halves of input AC to DC output</a:t>
          </a:r>
        </a:p>
      </dsp:txBody>
      <dsp:txXfrm>
        <a:off x="2408" y="2212315"/>
        <a:ext cx="3746775" cy="2212315"/>
      </dsp:txXfrm>
    </dsp:sp>
    <dsp:sp modelId="{09BF528A-E678-48AF-94E6-0E8F45E93430}">
      <dsp:nvSpPr>
        <dsp:cNvPr id="0" name=""/>
        <dsp:cNvSpPr/>
      </dsp:nvSpPr>
      <dsp:spPr>
        <a:xfrm>
          <a:off x="315932" y="331847"/>
          <a:ext cx="3119726" cy="1841752"/>
        </a:xfrm>
        <a:prstGeom prst="roundRect">
          <a:avLst/>
        </a:prstGeom>
        <a:blipFill rotWithShape="1">
          <a:blip xmlns:r="http://schemas.openxmlformats.org/officeDocument/2006/relationships" r:embed="rId1"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836037-D987-4E35-84B9-19348D95F7C8}">
      <dsp:nvSpPr>
        <dsp:cNvPr id="0" name=""/>
        <dsp:cNvSpPr/>
      </dsp:nvSpPr>
      <dsp:spPr>
        <a:xfrm>
          <a:off x="3861587" y="0"/>
          <a:ext cx="3746775" cy="553078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latin typeface="Maiandra GD" panose="020E0502030308020204" pitchFamily="34" charset="0"/>
            </a:rPr>
            <a:t>Positive Half-Cycle: D1 and D2 are forward biased</a:t>
          </a:r>
        </a:p>
      </dsp:txBody>
      <dsp:txXfrm>
        <a:off x="3861587" y="2212315"/>
        <a:ext cx="3746775" cy="2212315"/>
      </dsp:txXfrm>
    </dsp:sp>
    <dsp:sp modelId="{318BC951-4AE7-4C86-95EC-38D986C57D98}">
      <dsp:nvSpPr>
        <dsp:cNvPr id="0" name=""/>
        <dsp:cNvSpPr/>
      </dsp:nvSpPr>
      <dsp:spPr>
        <a:xfrm>
          <a:off x="4234646" y="331847"/>
          <a:ext cx="3000657" cy="1841752"/>
        </a:xfrm>
        <a:prstGeom prst="roundRect">
          <a:avLst/>
        </a:prstGeom>
        <a:blipFill rotWithShape="1">
          <a:blip xmlns:r="http://schemas.openxmlformats.org/officeDocument/2006/relationships" r:embed="rId2"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2F3DB1-1CAF-4C1F-B240-D20F6ACB21DE}">
      <dsp:nvSpPr>
        <dsp:cNvPr id="0" name=""/>
        <dsp:cNvSpPr/>
      </dsp:nvSpPr>
      <dsp:spPr>
        <a:xfrm>
          <a:off x="7720766" y="0"/>
          <a:ext cx="3746775" cy="553078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latin typeface="Maiandra GD" panose="020E0502030308020204" pitchFamily="34" charset="0"/>
            </a:rPr>
            <a:t>Negative Half-Cycle: D3 and D4 are forward biased</a:t>
          </a:r>
        </a:p>
      </dsp:txBody>
      <dsp:txXfrm>
        <a:off x="7720766" y="2212315"/>
        <a:ext cx="3746775" cy="2212315"/>
      </dsp:txXfrm>
    </dsp:sp>
    <dsp:sp modelId="{C31D83E1-8D81-48BE-98F3-DC0990E37B10}">
      <dsp:nvSpPr>
        <dsp:cNvPr id="0" name=""/>
        <dsp:cNvSpPr/>
      </dsp:nvSpPr>
      <dsp:spPr>
        <a:xfrm>
          <a:off x="8052045" y="331847"/>
          <a:ext cx="3084217" cy="1841752"/>
        </a:xfrm>
        <a:prstGeom prst="roundRect">
          <a:avLst/>
        </a:prstGeom>
        <a:blipFill rotWithShape="1">
          <a:blip xmlns:r="http://schemas.openxmlformats.org/officeDocument/2006/relationships" r:embed="rId3"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0A6828-3CD9-44DB-A0CD-E6B564CBD403}">
      <dsp:nvSpPr>
        <dsp:cNvPr id="0" name=""/>
        <dsp:cNvSpPr/>
      </dsp:nvSpPr>
      <dsp:spPr>
        <a:xfrm>
          <a:off x="458798" y="4424631"/>
          <a:ext cx="10552354" cy="829618"/>
        </a:xfrm>
        <a:prstGeom prst="leftRight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AF9872-CCB4-4065-A982-AD4F28DC1EEB}">
      <dsp:nvSpPr>
        <dsp:cNvPr id="0" name=""/>
        <dsp:cNvSpPr/>
      </dsp:nvSpPr>
      <dsp:spPr>
        <a:xfrm>
          <a:off x="0" y="98852"/>
          <a:ext cx="11381173" cy="89643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solidFill>
                <a:schemeClr val="bg1"/>
              </a:solidFill>
              <a:latin typeface="Maiandra GD" panose="020E0502030308020204" pitchFamily="34" charset="0"/>
            </a:rPr>
            <a:t>Rectification – converting AC to DC</a:t>
          </a:r>
        </a:p>
      </dsp:txBody>
      <dsp:txXfrm>
        <a:off x="43761" y="142613"/>
        <a:ext cx="11293651" cy="808917"/>
      </dsp:txXfrm>
    </dsp:sp>
    <dsp:sp modelId="{BED25F10-69F9-409B-91A9-F190407D7104}">
      <dsp:nvSpPr>
        <dsp:cNvPr id="0" name=""/>
        <dsp:cNvSpPr/>
      </dsp:nvSpPr>
      <dsp:spPr>
        <a:xfrm>
          <a:off x="0" y="1061531"/>
          <a:ext cx="11381173" cy="89643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solidFill>
                <a:schemeClr val="bg1"/>
              </a:solidFill>
              <a:latin typeface="Maiandra GD" panose="020E0502030308020204" pitchFamily="34" charset="0"/>
            </a:rPr>
            <a:t>Electric Welding – to provide </a:t>
          </a:r>
          <a:r>
            <a:rPr lang="en-US" sz="2300" kern="1200" dirty="0" err="1">
              <a:solidFill>
                <a:schemeClr val="bg1"/>
              </a:solidFill>
              <a:latin typeface="Maiandra GD" panose="020E0502030308020204" pitchFamily="34" charset="0"/>
            </a:rPr>
            <a:t>polarised</a:t>
          </a:r>
          <a:r>
            <a:rPr lang="en-US" sz="2300" kern="1200" dirty="0">
              <a:solidFill>
                <a:schemeClr val="bg1"/>
              </a:solidFill>
              <a:latin typeface="Maiandra GD" panose="020E0502030308020204" pitchFamily="34" charset="0"/>
            </a:rPr>
            <a:t> voltage</a:t>
          </a:r>
        </a:p>
      </dsp:txBody>
      <dsp:txXfrm>
        <a:off x="43761" y="1105292"/>
        <a:ext cx="11293651" cy="808917"/>
      </dsp:txXfrm>
    </dsp:sp>
    <dsp:sp modelId="{F24711A7-8455-4FEF-A313-95C287B21E6B}">
      <dsp:nvSpPr>
        <dsp:cNvPr id="0" name=""/>
        <dsp:cNvSpPr/>
      </dsp:nvSpPr>
      <dsp:spPr>
        <a:xfrm>
          <a:off x="0" y="2024211"/>
          <a:ext cx="11381173" cy="896439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solidFill>
                <a:schemeClr val="bg1"/>
              </a:solidFill>
              <a:latin typeface="Maiandra GD" panose="020E0502030308020204" pitchFamily="34" charset="0"/>
            </a:rPr>
            <a:t>Traction, rolling stock, and three phase traction motors for running trains</a:t>
          </a:r>
        </a:p>
      </dsp:txBody>
      <dsp:txXfrm>
        <a:off x="43761" y="2067972"/>
        <a:ext cx="11293651" cy="808917"/>
      </dsp:txXfrm>
    </dsp:sp>
    <dsp:sp modelId="{46E3BC60-E11E-4745-9767-0BC06B90FFDA}">
      <dsp:nvSpPr>
        <dsp:cNvPr id="0" name=""/>
        <dsp:cNvSpPr/>
      </dsp:nvSpPr>
      <dsp:spPr>
        <a:xfrm>
          <a:off x="0" y="2986890"/>
          <a:ext cx="11381173" cy="89643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solidFill>
                <a:schemeClr val="bg1"/>
              </a:solidFill>
              <a:latin typeface="Maiandra GD" panose="020E0502030308020204" pitchFamily="34" charset="0"/>
            </a:rPr>
            <a:t>Half wave rectifiers are used in mosquito repellents, soldering iron, in AM radios as detectors  and as signal peak detectors</a:t>
          </a:r>
        </a:p>
      </dsp:txBody>
      <dsp:txXfrm>
        <a:off x="43761" y="3030651"/>
        <a:ext cx="11293651" cy="808917"/>
      </dsp:txXfrm>
    </dsp:sp>
    <dsp:sp modelId="{40424D50-C30A-4821-82D7-418FA28E2E96}">
      <dsp:nvSpPr>
        <dsp:cNvPr id="0" name=""/>
        <dsp:cNvSpPr/>
      </dsp:nvSpPr>
      <dsp:spPr>
        <a:xfrm>
          <a:off x="0" y="3949570"/>
          <a:ext cx="11381173" cy="896439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solidFill>
                <a:schemeClr val="bg1"/>
              </a:solidFill>
              <a:latin typeface="Maiandra GD" panose="020E0502030308020204" pitchFamily="34" charset="0"/>
            </a:rPr>
            <a:t>Modulation, Demodulation, Voltage Multipliers</a:t>
          </a:r>
        </a:p>
      </dsp:txBody>
      <dsp:txXfrm>
        <a:off x="43761" y="3993331"/>
        <a:ext cx="11293651" cy="8089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7">
  <dgm:title val=""/>
  <dgm:desc val=""/>
  <dgm:catLst>
    <dgm:cat type="list" pri="12000"/>
    <dgm:cat type="process" pri="20000"/>
    <dgm:cat type="relationship" pri="14000"/>
    <dgm:cat type="convert" pri="8000"/>
    <dgm:cat type="picture" pri="25000"/>
    <dgm:cat type="pictureconvert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fgShape" refType="w" fact="0.92"/>
      <dgm:constr type="h" for="ch" forName="fgShape" refType="h" fact="0.15"/>
      <dgm:constr type="b" for="ch" forName="fgShape" refType="h" fact="0.95"/>
      <dgm:constr type="ctrX" for="ch" forName="fgShape" refType="w" fact="0.5"/>
      <dgm:constr type="w" for="ch" forName="linComp" refType="w"/>
      <dgm:constr type="h" for="ch" forName="linComp" refType="h"/>
      <dgm:constr type="ctrX" for="ch" forName="linComp" refType="w" fact="0.5"/>
    </dgm:constrLst>
    <dgm:ruleLst/>
    <dgm:layoutNode name="fgShape" styleLbl="fgShp">
      <dgm:alg type="sp"/>
      <dgm:shape xmlns:r="http://schemas.openxmlformats.org/officeDocument/2006/relationships" type="leftRightArrow" r:blip="" zOrderOff="99999">
        <dgm:adjLst/>
      </dgm:shape>
      <dgm:presOf/>
      <dgm:constrLst/>
      <dgm:ruleLst/>
    </dgm:layoutNode>
    <dgm:layoutNode name="linComp"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h"/>
        <dgm:constr type="w" for="ch" ptType="sibTrans" refType="w" refFor="ch" refForName="compNode" fact="0.03"/>
        <dgm:constr type="primFontSz" for="des" ptType="node" op="equ" val="65"/>
      </dgm:constrLst>
      <dgm:ruleLst/>
      <dgm:forEach name="nodesForEach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bkgdShape" refType="w"/>
            <dgm:constr type="h" for="ch" forName="bkgdShape" refType="h"/>
            <dgm:constr type="w" for="ch" forName="nodeTx" refType="w"/>
            <dgm:constr type="h" for="ch" forName="nodeTx" refType="h" fact="0.4"/>
            <dgm:constr type="b" for="ch" forName="nodeTx" refType="h" fact="0.8"/>
            <dgm:constr type="w" for="ch" forName="invisiNode" refType="w" fact="0.01"/>
            <dgm:constr type="h" for="ch" forName="invisiNode" refType="h" fact="0.06"/>
            <dgm:constr type="t" for="ch" forName="invisiNode"/>
            <dgm:constr type="ctrX" for="ch" forName="invisiNode" refType="w" fact="0.5"/>
            <dgm:constr type="h" for="ch" forName="imagNode" refType="h" fact="0.333"/>
            <dgm:constr type="w" for="ch" forName="imagNode" refType="h" refFor="ch" refForName="imagNode"/>
            <dgm:constr type="ctrX" for="ch" forName="imagNode" refType="w" fact="0.5"/>
            <dgm:constr type="t" for="ch" forName="imagNode" refType="h" fact="0.06"/>
            <dgm:constr type="w" for="ch" forName="imagNode" refType="w" op="lte" fact="0.94"/>
          </dgm:constrLst>
          <dgm:ruleLst/>
          <dgm:layoutNode name="bkgdShape"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nodeTx">
            <dgm:varLst>
              <dgm:bulletEnabled val="1"/>
            </dgm:varLst>
            <dgm:alg type="tx">
              <dgm:param type="txAnchorVert" val="mid"/>
              <dgm:param type="txAnchorHorzCh" val="ctr"/>
              <dgm:param type="stBulletLvl" val="2"/>
            </dgm:alg>
            <dgm:shape xmlns:r="http://schemas.openxmlformats.org/officeDocument/2006/relationships" type="rect" r:blip="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  <dgm:layoutNode name="invisiNode">
            <dgm:alg type="sp"/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/>
            <dgm:constrLst/>
            <dgm:ruleLst/>
          </dgm:layoutNode>
          <dgm:layoutNode name="imag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/>
            <dgm:constrLst/>
            <dgm:ruleLst/>
          </dgm:layoutNode>
        </dgm:layoutNode>
        <dgm:forEach name="sibTransForEach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List7">
  <dgm:title val=""/>
  <dgm:desc val=""/>
  <dgm:catLst>
    <dgm:cat type="list" pri="12000"/>
    <dgm:cat type="process" pri="20000"/>
    <dgm:cat type="relationship" pri="14000"/>
    <dgm:cat type="convert" pri="8000"/>
    <dgm:cat type="picture" pri="25000"/>
    <dgm:cat type="pictureconvert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fgShape" refType="w" fact="0.92"/>
      <dgm:constr type="h" for="ch" forName="fgShape" refType="h" fact="0.15"/>
      <dgm:constr type="b" for="ch" forName="fgShape" refType="h" fact="0.95"/>
      <dgm:constr type="ctrX" for="ch" forName="fgShape" refType="w" fact="0.5"/>
      <dgm:constr type="w" for="ch" forName="linComp" refType="w"/>
      <dgm:constr type="h" for="ch" forName="linComp" refType="h"/>
      <dgm:constr type="ctrX" for="ch" forName="linComp" refType="w" fact="0.5"/>
    </dgm:constrLst>
    <dgm:ruleLst/>
    <dgm:layoutNode name="fgShape" styleLbl="fgShp">
      <dgm:alg type="sp"/>
      <dgm:shape xmlns:r="http://schemas.openxmlformats.org/officeDocument/2006/relationships" type="leftRightArrow" r:blip="" zOrderOff="99999">
        <dgm:adjLst/>
      </dgm:shape>
      <dgm:presOf/>
      <dgm:constrLst/>
      <dgm:ruleLst/>
    </dgm:layoutNode>
    <dgm:layoutNode name="linComp"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h"/>
        <dgm:constr type="w" for="ch" ptType="sibTrans" refType="w" refFor="ch" refForName="compNode" fact="0.03"/>
        <dgm:constr type="primFontSz" for="des" ptType="node" op="equ" val="65"/>
      </dgm:constrLst>
      <dgm:ruleLst/>
      <dgm:forEach name="nodesForEach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bkgdShape" refType="w"/>
            <dgm:constr type="h" for="ch" forName="bkgdShape" refType="h"/>
            <dgm:constr type="w" for="ch" forName="nodeTx" refType="w"/>
            <dgm:constr type="h" for="ch" forName="nodeTx" refType="h" fact="0.4"/>
            <dgm:constr type="b" for="ch" forName="nodeTx" refType="h" fact="0.8"/>
            <dgm:constr type="w" for="ch" forName="invisiNode" refType="w" fact="0.01"/>
            <dgm:constr type="h" for="ch" forName="invisiNode" refType="h" fact="0.06"/>
            <dgm:constr type="t" for="ch" forName="invisiNode"/>
            <dgm:constr type="ctrX" for="ch" forName="invisiNode" refType="w" fact="0.5"/>
            <dgm:constr type="h" for="ch" forName="imagNode" refType="h" fact="0.333"/>
            <dgm:constr type="w" for="ch" forName="imagNode" refType="h" refFor="ch" refForName="imagNode"/>
            <dgm:constr type="ctrX" for="ch" forName="imagNode" refType="w" fact="0.5"/>
            <dgm:constr type="t" for="ch" forName="imagNode" refType="h" fact="0.06"/>
            <dgm:constr type="w" for="ch" forName="imagNode" refType="w" op="lte" fact="0.94"/>
          </dgm:constrLst>
          <dgm:ruleLst/>
          <dgm:layoutNode name="bkgdShape"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nodeTx">
            <dgm:varLst>
              <dgm:bulletEnabled val="1"/>
            </dgm:varLst>
            <dgm:alg type="tx">
              <dgm:param type="txAnchorVert" val="mid"/>
              <dgm:param type="txAnchorHorzCh" val="ctr"/>
              <dgm:param type="stBulletLvl" val="2"/>
            </dgm:alg>
            <dgm:shape xmlns:r="http://schemas.openxmlformats.org/officeDocument/2006/relationships" type="rect" r:blip="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  <dgm:layoutNode name="invisiNode">
            <dgm:alg type="sp"/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/>
            <dgm:constrLst/>
            <dgm:ruleLst/>
          </dgm:layoutNode>
          <dgm:layoutNode name="imag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/>
            <dgm:constrLst/>
            <dgm:ruleLst/>
          </dgm:layoutNode>
        </dgm:layoutNode>
        <dgm:forEach name="sibTransForEach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4AEB6-FC09-445C-916F-96DE797BB70B}" type="datetimeFigureOut">
              <a:rPr lang="en-IN" smtClean="0"/>
              <a:t>27-07-2023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2B082-912F-40A5-A8F5-BD774560F1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5827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4AEB6-FC09-445C-916F-96DE797BB70B}" type="datetimeFigureOut">
              <a:rPr lang="en-IN" smtClean="0"/>
              <a:t>27-07-2023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2B082-912F-40A5-A8F5-BD774560F1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69258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4AEB6-FC09-445C-916F-96DE797BB70B}" type="datetimeFigureOut">
              <a:rPr lang="en-IN" smtClean="0"/>
              <a:t>27-07-2023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2B082-912F-40A5-A8F5-BD774560F1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1261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4AEB6-FC09-445C-916F-96DE797BB70B}" type="datetimeFigureOut">
              <a:rPr lang="en-IN" smtClean="0"/>
              <a:t>27-07-2023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2B082-912F-40A5-A8F5-BD774560F1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9852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4AEB6-FC09-445C-916F-96DE797BB70B}" type="datetimeFigureOut">
              <a:rPr lang="en-IN" smtClean="0"/>
              <a:t>27-07-2023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2B082-912F-40A5-A8F5-BD774560F1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1844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4AEB6-FC09-445C-916F-96DE797BB70B}" type="datetimeFigureOut">
              <a:rPr lang="en-IN" smtClean="0"/>
              <a:t>27-07-2023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2B082-912F-40A5-A8F5-BD774560F1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0198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4AEB6-FC09-445C-916F-96DE797BB70B}" type="datetimeFigureOut">
              <a:rPr lang="en-IN" smtClean="0"/>
              <a:t>27-07-2023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2B082-912F-40A5-A8F5-BD774560F1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9242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4AEB6-FC09-445C-916F-96DE797BB70B}" type="datetimeFigureOut">
              <a:rPr lang="en-IN" smtClean="0"/>
              <a:t>27-07-2023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2B082-912F-40A5-A8F5-BD774560F1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8051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4AEB6-FC09-445C-916F-96DE797BB70B}" type="datetimeFigureOut">
              <a:rPr lang="en-IN" smtClean="0"/>
              <a:t>27-07-2023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2B082-912F-40A5-A8F5-BD774560F1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07423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4AEB6-FC09-445C-916F-96DE797BB70B}" type="datetimeFigureOut">
              <a:rPr lang="en-IN" smtClean="0"/>
              <a:t>27-07-2023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2B082-912F-40A5-A8F5-BD774560F1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9493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4AEB6-FC09-445C-916F-96DE797BB70B}" type="datetimeFigureOut">
              <a:rPr lang="en-IN" smtClean="0"/>
              <a:t>27-07-2023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2B082-912F-40A5-A8F5-BD774560F1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10401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4AEB6-FC09-445C-916F-96DE797BB70B}" type="datetimeFigureOut">
              <a:rPr lang="en-IN" smtClean="0"/>
              <a:t>27-07-2023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2B082-912F-40A5-A8F5-BD774560F191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251668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4AEB6-FC09-445C-916F-96DE797BB70B}" type="datetimeFigureOut">
              <a:rPr lang="en-IN" smtClean="0"/>
              <a:t>27-07-2023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2B082-912F-40A5-A8F5-BD774560F1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4128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4AEB6-FC09-445C-916F-96DE797BB70B}" type="datetimeFigureOut">
              <a:rPr lang="en-IN" smtClean="0"/>
              <a:t>27-07-2023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2B082-912F-40A5-A8F5-BD774560F1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83912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4AEB6-FC09-445C-916F-96DE797BB70B}" type="datetimeFigureOut">
              <a:rPr lang="en-IN" smtClean="0"/>
              <a:t>27-07-2023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2B082-912F-40A5-A8F5-BD774560F1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17636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4AEB6-FC09-445C-916F-96DE797BB70B}" type="datetimeFigureOut">
              <a:rPr lang="en-IN" smtClean="0"/>
              <a:t>27-07-2023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2B082-912F-40A5-A8F5-BD774560F1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03775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4AEB6-FC09-445C-916F-96DE797BB70B}" type="datetimeFigureOut">
              <a:rPr lang="en-IN" smtClean="0"/>
              <a:t>27-07-2023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2B082-912F-40A5-A8F5-BD774560F1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448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8C04AEB6-FC09-445C-916F-96DE797BB70B}" type="datetimeFigureOut">
              <a:rPr lang="en-IN" smtClean="0"/>
              <a:t>27-07-2023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BD82B082-912F-40A5-A8F5-BD774560F1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62644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80" r:id="rId1"/>
    <p:sldLayoutId id="2147483881" r:id="rId2"/>
    <p:sldLayoutId id="2147483882" r:id="rId3"/>
    <p:sldLayoutId id="2147483883" r:id="rId4"/>
    <p:sldLayoutId id="2147483884" r:id="rId5"/>
    <p:sldLayoutId id="2147483885" r:id="rId6"/>
    <p:sldLayoutId id="2147483886" r:id="rId7"/>
    <p:sldLayoutId id="2147483887" r:id="rId8"/>
    <p:sldLayoutId id="2147483888" r:id="rId9"/>
    <p:sldLayoutId id="2147483889" r:id="rId10"/>
    <p:sldLayoutId id="2147483890" r:id="rId11"/>
    <p:sldLayoutId id="2147483891" r:id="rId12"/>
    <p:sldLayoutId id="2147483892" r:id="rId13"/>
    <p:sldLayoutId id="2147483893" r:id="rId14"/>
    <p:sldLayoutId id="2147483894" r:id="rId15"/>
    <p:sldLayoutId id="2147483895" r:id="rId16"/>
    <p:sldLayoutId id="2147483896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2.jpe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2659" y="398053"/>
            <a:ext cx="11123722" cy="3730063"/>
          </a:xfrm>
        </p:spPr>
        <p:txBody>
          <a:bodyPr>
            <a:normAutofit/>
          </a:bodyPr>
          <a:lstStyle/>
          <a:p>
            <a:pPr algn="ctr"/>
            <a:r>
              <a:rPr lang="en-IN" sz="23900" dirty="0">
                <a:latin typeface="Maiandra GD" panose="020E0502030308020204" pitchFamily="34" charset="0"/>
              </a:rPr>
              <a:t>Rectifiers</a:t>
            </a: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532659" y="3684232"/>
            <a:ext cx="11123722" cy="284081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kern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2800" dirty="0">
                <a:latin typeface="Maiandra GD" panose="020E0502030308020204" pitchFamily="34" charset="0"/>
              </a:rPr>
              <a:t>Done by</a:t>
            </a:r>
          </a:p>
          <a:p>
            <a:pPr algn="ctr"/>
            <a:endParaRPr lang="en-IN" sz="2800" dirty="0">
              <a:latin typeface="Maiandra GD" panose="020E0502030308020204" pitchFamily="34" charset="0"/>
            </a:endParaRPr>
          </a:p>
          <a:p>
            <a:pPr algn="ctr"/>
            <a:r>
              <a:rPr lang="en-IN" sz="2800" dirty="0" err="1">
                <a:latin typeface="Maiandra GD" panose="020E0502030308020204" pitchFamily="34" charset="0"/>
              </a:rPr>
              <a:t>Anushri</a:t>
            </a:r>
            <a:r>
              <a:rPr lang="en-IN" sz="2800" dirty="0">
                <a:latin typeface="Maiandra GD" panose="020E0502030308020204" pitchFamily="34" charset="0"/>
              </a:rPr>
              <a:t> T – 2022506075</a:t>
            </a:r>
          </a:p>
          <a:p>
            <a:pPr algn="ctr"/>
            <a:r>
              <a:rPr lang="en-IN" sz="2800" dirty="0">
                <a:latin typeface="Maiandra GD" panose="020E0502030308020204" pitchFamily="34" charset="0"/>
              </a:rPr>
              <a:t>Yuvaraj K – 2022506079</a:t>
            </a:r>
          </a:p>
          <a:p>
            <a:pPr algn="ctr"/>
            <a:r>
              <a:rPr lang="en-IN" sz="2800" dirty="0" err="1">
                <a:latin typeface="Maiandra GD" panose="020E0502030308020204" pitchFamily="34" charset="0"/>
              </a:rPr>
              <a:t>Anishvaran</a:t>
            </a:r>
            <a:r>
              <a:rPr lang="en-IN" sz="2800" dirty="0">
                <a:latin typeface="Maiandra GD" panose="020E0502030308020204" pitchFamily="34" charset="0"/>
              </a:rPr>
              <a:t> G – 2022506085</a:t>
            </a:r>
          </a:p>
          <a:p>
            <a:pPr algn="ctr"/>
            <a:r>
              <a:rPr lang="en-IN" sz="2800" dirty="0" err="1">
                <a:latin typeface="Maiandra GD" panose="020E0502030308020204" pitchFamily="34" charset="0"/>
              </a:rPr>
              <a:t>Sarveshvaran</a:t>
            </a:r>
            <a:r>
              <a:rPr lang="en-IN" sz="2800" dirty="0">
                <a:latin typeface="Maiandra GD" panose="020E0502030308020204" pitchFamily="34" charset="0"/>
              </a:rPr>
              <a:t> A – 2022506088</a:t>
            </a:r>
          </a:p>
          <a:p>
            <a:pPr algn="ctr"/>
            <a:r>
              <a:rPr lang="en-IN" sz="2800" dirty="0" err="1">
                <a:latin typeface="Maiandra GD" panose="020E0502030308020204" pitchFamily="34" charset="0"/>
              </a:rPr>
              <a:t>Karthikeyan</a:t>
            </a:r>
            <a:r>
              <a:rPr lang="en-IN" sz="2800" dirty="0">
                <a:latin typeface="Maiandra GD" panose="020E0502030308020204" pitchFamily="34" charset="0"/>
              </a:rPr>
              <a:t> B - 2022506093</a:t>
            </a:r>
          </a:p>
          <a:p>
            <a:pPr algn="ctr"/>
            <a:endParaRPr lang="en-IN" sz="3200" dirty="0">
              <a:latin typeface="Maiandra GD" panose="020E0502030308020204" pitchFamily="34" charset="0"/>
            </a:endParaRPr>
          </a:p>
          <a:p>
            <a:pPr algn="ctr"/>
            <a:endParaRPr lang="en-IN" sz="3200" dirty="0">
              <a:latin typeface="Maiandra GD" panose="020E0502030308020204" pitchFamily="34" charset="0"/>
            </a:endParaRPr>
          </a:p>
          <a:p>
            <a:pPr algn="ctr"/>
            <a:endParaRPr lang="en-IN" sz="3200" dirty="0">
              <a:latin typeface="Maiandra GD" panose="020E0502030308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90796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23778775"/>
              </p:ext>
            </p:extLst>
          </p:nvPr>
        </p:nvGraphicFramePr>
        <p:xfrm>
          <a:off x="559292" y="4000735"/>
          <a:ext cx="11123722" cy="21306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Rounded Rectangle 2"/>
          <p:cNvSpPr/>
          <p:nvPr/>
        </p:nvSpPr>
        <p:spPr>
          <a:xfrm>
            <a:off x="488271" y="778150"/>
            <a:ext cx="3746376" cy="190870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dirty="0">
                <a:latin typeface="Maiandra GD" panose="020E0502030308020204" pitchFamily="34" charset="0"/>
              </a:rPr>
              <a:t>Rectification - </a:t>
            </a:r>
            <a:r>
              <a:rPr lang="en-IN" sz="4400" b="1" dirty="0">
                <a:latin typeface="Maiandra GD" panose="020E0502030308020204" pitchFamily="34" charset="0"/>
              </a:rPr>
              <a:t>Process</a:t>
            </a:r>
          </a:p>
        </p:txBody>
      </p:sp>
      <p:sp>
        <p:nvSpPr>
          <p:cNvPr id="4" name="Rectangle 3"/>
          <p:cNvSpPr/>
          <p:nvPr/>
        </p:nvSpPr>
        <p:spPr>
          <a:xfrm rot="16200000" flipH="1">
            <a:off x="6035272" y="-2247593"/>
            <a:ext cx="100741" cy="111947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ounded Rectangle 4"/>
          <p:cNvSpPr/>
          <p:nvPr/>
        </p:nvSpPr>
        <p:spPr>
          <a:xfrm>
            <a:off x="7926281" y="778150"/>
            <a:ext cx="3756733" cy="190869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dirty="0">
                <a:latin typeface="Maiandra GD" panose="020E0502030308020204" pitchFamily="34" charset="0"/>
              </a:rPr>
              <a:t>Rectifier - </a:t>
            </a:r>
            <a:r>
              <a:rPr lang="en-IN" sz="4400" b="1" dirty="0">
                <a:latin typeface="Maiandra GD" panose="020E0502030308020204" pitchFamily="34" charset="0"/>
              </a:rPr>
              <a:t>Device</a:t>
            </a:r>
          </a:p>
        </p:txBody>
      </p:sp>
      <p:pic>
        <p:nvPicPr>
          <p:cNvPr id="1028" name="Picture 4" descr="Image result for rectifier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9278" y="999465"/>
            <a:ext cx="2660412" cy="1466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610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1734689498"/>
              </p:ext>
            </p:extLst>
          </p:nvPr>
        </p:nvGraphicFramePr>
        <p:xfrm>
          <a:off x="-541538" y="683581"/>
          <a:ext cx="10200444" cy="54597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Rounded Rectangle 1"/>
          <p:cNvSpPr/>
          <p:nvPr/>
        </p:nvSpPr>
        <p:spPr>
          <a:xfrm>
            <a:off x="7803472" y="621437"/>
            <a:ext cx="4074850" cy="2396971"/>
          </a:xfrm>
          <a:prstGeom prst="roundRect">
            <a:avLst/>
          </a:prstGeom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isometricOffAxis2Left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dirty="0">
                <a:latin typeface="Maiandra GD" panose="020E0502030308020204" pitchFamily="34" charset="0"/>
              </a:rPr>
              <a:t>Classification of Rectifiers</a:t>
            </a:r>
          </a:p>
        </p:txBody>
      </p:sp>
    </p:spTree>
    <p:extLst>
      <p:ext uri="{BB962C8B-B14F-4D97-AF65-F5344CB8AC3E}">
        <p14:creationId xmlns:p14="http://schemas.microsoft.com/office/powerpoint/2010/main" val="27222568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3959789250"/>
              </p:ext>
            </p:extLst>
          </p:nvPr>
        </p:nvGraphicFramePr>
        <p:xfrm>
          <a:off x="1864311" y="594804"/>
          <a:ext cx="8700115" cy="58326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841216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767" y="493371"/>
            <a:ext cx="3762900" cy="578248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1719" y="493371"/>
            <a:ext cx="3246893" cy="578248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533654" y="852349"/>
            <a:ext cx="3648075" cy="2905125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800" dirty="0">
                <a:latin typeface="Maiandra GD" panose="020E0502030308020204" pitchFamily="34" charset="0"/>
              </a:rPr>
              <a:t>Half and Full Wave Rectifiers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33654" y="4005403"/>
            <a:ext cx="3648075" cy="1800594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>
                <a:latin typeface="Maiandra GD" panose="020E0502030308020204" pitchFamily="34" charset="0"/>
              </a:rPr>
              <a:t>Replace diode with SCR to get controlled output</a:t>
            </a:r>
          </a:p>
        </p:txBody>
      </p:sp>
    </p:spTree>
    <p:extLst>
      <p:ext uri="{BB962C8B-B14F-4D97-AF65-F5344CB8AC3E}">
        <p14:creationId xmlns:p14="http://schemas.microsoft.com/office/powerpoint/2010/main" val="15892742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3685511188"/>
              </p:ext>
            </p:extLst>
          </p:nvPr>
        </p:nvGraphicFramePr>
        <p:xfrm>
          <a:off x="532661" y="745724"/>
          <a:ext cx="10910656" cy="53926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4208015" y="5255581"/>
            <a:ext cx="356882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100" dirty="0">
                <a:solidFill>
                  <a:schemeClr val="bg1"/>
                </a:solidFill>
                <a:latin typeface="Maiandra GD" panose="020E0502030308020204" pitchFamily="34" charset="0"/>
              </a:rPr>
              <a:t>Centre Tap Rectifier</a:t>
            </a:r>
          </a:p>
        </p:txBody>
      </p:sp>
    </p:spTree>
    <p:extLst>
      <p:ext uri="{BB962C8B-B14F-4D97-AF65-F5344CB8AC3E}">
        <p14:creationId xmlns:p14="http://schemas.microsoft.com/office/powerpoint/2010/main" val="28617599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3586082160"/>
              </p:ext>
            </p:extLst>
          </p:nvPr>
        </p:nvGraphicFramePr>
        <p:xfrm>
          <a:off x="310718" y="745724"/>
          <a:ext cx="11469950" cy="55307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4163627" y="5362113"/>
            <a:ext cx="375525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100" dirty="0">
                <a:solidFill>
                  <a:schemeClr val="bg1"/>
                </a:solidFill>
                <a:latin typeface="Maiandra GD" panose="020E0502030308020204" pitchFamily="34" charset="0"/>
              </a:rPr>
              <a:t>Bridge Rectifier</a:t>
            </a:r>
          </a:p>
        </p:txBody>
      </p:sp>
    </p:spTree>
    <p:extLst>
      <p:ext uri="{BB962C8B-B14F-4D97-AF65-F5344CB8AC3E}">
        <p14:creationId xmlns:p14="http://schemas.microsoft.com/office/powerpoint/2010/main" val="854879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723" y="1326841"/>
            <a:ext cx="11008948" cy="4473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4340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2611488485"/>
              </p:ext>
            </p:extLst>
          </p:nvPr>
        </p:nvGraphicFramePr>
        <p:xfrm>
          <a:off x="399495" y="1518082"/>
          <a:ext cx="11381173" cy="49448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399495" y="479394"/>
            <a:ext cx="1138117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dirty="0">
                <a:latin typeface="Maiandra GD" panose="020E0502030308020204" pitchFamily="34" charset="0"/>
              </a:rPr>
              <a:t>Applications of Rectifiers</a:t>
            </a:r>
          </a:p>
        </p:txBody>
      </p:sp>
    </p:spTree>
    <p:extLst>
      <p:ext uri="{BB962C8B-B14F-4D97-AF65-F5344CB8AC3E}">
        <p14:creationId xmlns:p14="http://schemas.microsoft.com/office/powerpoint/2010/main" val="14652143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532659" y="2439918"/>
            <a:ext cx="11123722" cy="2096571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kern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23900" dirty="0">
                <a:latin typeface="Maiandra GD" panose="020E0502030308020204" pitchFamily="34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721527086"/>
      </p:ext>
    </p:extLst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a20c320-ecff-490d-a41e-5928cf94fe9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6A909FF2A0C6B4BB63F3D8F8BD5A5F3" ma:contentTypeVersion="9" ma:contentTypeDescription="Create a new document." ma:contentTypeScope="" ma:versionID="e83540f5056985fe21eae58234f5e9d6">
  <xsd:schema xmlns:xsd="http://www.w3.org/2001/XMLSchema" xmlns:xs="http://www.w3.org/2001/XMLSchema" xmlns:p="http://schemas.microsoft.com/office/2006/metadata/properties" xmlns:ns3="9a20c320-ecff-490d-a41e-5928cf94fe95" xmlns:ns4="ec7bd5e3-f836-4b17-ad4d-d4241c412e4d" targetNamespace="http://schemas.microsoft.com/office/2006/metadata/properties" ma:root="true" ma:fieldsID="110473111b0215bc88306cbe1786ad38" ns3:_="" ns4:_="">
    <xsd:import namespace="9a20c320-ecff-490d-a41e-5928cf94fe95"/>
    <xsd:import namespace="ec7bd5e3-f836-4b17-ad4d-d4241c412e4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AutoTags" minOccurs="0"/>
                <xsd:element ref="ns3:MediaLengthInSecond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20c320-ecff-490d-a41e-5928cf94fe9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7bd5e3-f836-4b17-ad4d-d4241c412e4d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F863977-BF22-4B4E-A22F-A028EB1265A7}">
  <ds:schemaRefs>
    <ds:schemaRef ds:uri="http://schemas.microsoft.com/office/infopath/2007/PartnerControls"/>
    <ds:schemaRef ds:uri="9a20c320-ecff-490d-a41e-5928cf94fe95"/>
    <ds:schemaRef ds:uri="http://purl.org/dc/terms/"/>
    <ds:schemaRef ds:uri="http://schemas.microsoft.com/office/2006/documentManagement/types"/>
    <ds:schemaRef ds:uri="ec7bd5e3-f836-4b17-ad4d-d4241c412e4d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9BD0F958-BDAA-4325-88EE-9DDEB00AB75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794CD6D-04B7-43CD-9D6D-F8092154ED9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a20c320-ecff-490d-a41e-5928cf94fe95"/>
    <ds:schemaRef ds:uri="ec7bd5e3-f836-4b17-ad4d-d4241c412e4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Depth</Template>
  <TotalTime>316</TotalTime>
  <Words>243</Words>
  <Application>Microsoft Office PowerPoint</Application>
  <PresentationFormat>Widescreen</PresentationFormat>
  <Paragraphs>50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Corbel</vt:lpstr>
      <vt:lpstr>Maiandra GD</vt:lpstr>
      <vt:lpstr>Monotype Corsiva</vt:lpstr>
      <vt:lpstr>Depth</vt:lpstr>
      <vt:lpstr>Rectifiers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Rectifiers</dc:title>
  <dc:creator>Warspinix 21</dc:creator>
  <cp:lastModifiedBy>Warspinix 21</cp:lastModifiedBy>
  <cp:revision>25</cp:revision>
  <dcterms:created xsi:type="dcterms:W3CDTF">2023-07-16T05:00:09Z</dcterms:created>
  <dcterms:modified xsi:type="dcterms:W3CDTF">2023-07-27T10:29:37Z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0x010100F6A909FF2A0C6B4BB63F3D8F8BD5A5F3</vt:lpwstr>
  </property>
</Properties>
</file>