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27"/>
  </p:notesMasterIdLst>
  <p:handoutMasterIdLst>
    <p:handoutMasterId r:id="rId28"/>
  </p:handoutMasterIdLst>
  <p:sldIdLst>
    <p:sldId id="265" r:id="rId5"/>
    <p:sldId id="270" r:id="rId6"/>
    <p:sldId id="266" r:id="rId7"/>
    <p:sldId id="273" r:id="rId8"/>
    <p:sldId id="267" r:id="rId9"/>
    <p:sldId id="271" r:id="rId10"/>
    <p:sldId id="274" r:id="rId11"/>
    <p:sldId id="275" r:id="rId12"/>
    <p:sldId id="278" r:id="rId13"/>
    <p:sldId id="276" r:id="rId14"/>
    <p:sldId id="280" r:id="rId15"/>
    <p:sldId id="279" r:id="rId16"/>
    <p:sldId id="281" r:id="rId17"/>
    <p:sldId id="283" r:id="rId18"/>
    <p:sldId id="277" r:id="rId19"/>
    <p:sldId id="282" r:id="rId20"/>
    <p:sldId id="285" r:id="rId21"/>
    <p:sldId id="284" r:id="rId22"/>
    <p:sldId id="272" r:id="rId23"/>
    <p:sldId id="287" r:id="rId24"/>
    <p:sldId id="289" r:id="rId25"/>
    <p:sldId id="28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24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DC8182-6672-4ED5-B009-843C8B3B7DBC}" type="doc">
      <dgm:prSet loTypeId="urn:microsoft.com/office/officeart/2005/8/layout/target3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A9D396A-B703-4DE9-98D2-9D571C0E2594}">
      <dgm:prSet phldrT="[Text]" custT="1"/>
      <dgm:spPr/>
      <dgm:t>
        <a:bodyPr/>
        <a:lstStyle/>
        <a:p>
          <a:r>
            <a:rPr lang="en-US" sz="3600" dirty="0">
              <a:latin typeface="+mj-lt"/>
            </a:rPr>
            <a:t>Every Day</a:t>
          </a:r>
          <a:endParaRPr lang="en-IN" sz="3600" dirty="0">
            <a:latin typeface="+mj-lt"/>
          </a:endParaRPr>
        </a:p>
      </dgm:t>
    </dgm:pt>
    <dgm:pt modelId="{CE2AE928-4093-4BAC-A48B-084942175AD6}" type="parTrans" cxnId="{2D3D387B-B456-494A-8446-306BA9BBB7E9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1C881E76-3CA2-4DC6-9B76-6F46282C3698}" type="sibTrans" cxnId="{2D3D387B-B456-494A-8446-306BA9BBB7E9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BB34050C-85ED-4D7C-8416-A5CF4F2C1C5D}">
      <dgm:prSet phldrT="[Text]"/>
      <dgm:spPr/>
      <dgm:t>
        <a:bodyPr/>
        <a:lstStyle/>
        <a:p>
          <a:r>
            <a:rPr lang="en-US" dirty="0">
              <a:latin typeface="+mj-lt"/>
            </a:rPr>
            <a:t>NYSE generates 1.5 billion shares and trade data.</a:t>
          </a:r>
          <a:endParaRPr lang="en-IN" dirty="0">
            <a:latin typeface="+mj-lt"/>
          </a:endParaRPr>
        </a:p>
      </dgm:t>
    </dgm:pt>
    <dgm:pt modelId="{5DC3AA09-8EF5-4C6F-8C17-B7F64B0870C4}" type="parTrans" cxnId="{70C9AD6B-CCE3-4ED1-BD6A-AD04839A445C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279838B0-FB72-487F-8B11-54A84CECF736}" type="sibTrans" cxnId="{70C9AD6B-CCE3-4ED1-BD6A-AD04839A445C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DD4C7CA8-2A8D-44C9-942D-9964BB957931}">
      <dgm:prSet phldrT="[Text]"/>
      <dgm:spPr/>
      <dgm:t>
        <a:bodyPr/>
        <a:lstStyle/>
        <a:p>
          <a:r>
            <a:rPr lang="en-US" dirty="0">
              <a:latin typeface="+mj-lt"/>
            </a:rPr>
            <a:t>Google processes 24 petabytes of data.</a:t>
          </a:r>
          <a:endParaRPr lang="en-IN" dirty="0">
            <a:latin typeface="+mj-lt"/>
          </a:endParaRPr>
        </a:p>
      </dgm:t>
    </dgm:pt>
    <dgm:pt modelId="{5E24513D-051D-435E-961D-4BBBEFFF90C2}" type="parTrans" cxnId="{DD75BAF6-E6EF-4371-AD5D-24CBE40C7FFD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91706CB3-2E70-4202-BBBA-93B859252E94}" type="sibTrans" cxnId="{DD75BAF6-E6EF-4371-AD5D-24CBE40C7FFD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D5F2B88C-9EC6-45AC-865E-8F9D3C6B71A1}">
      <dgm:prSet phldrT="[Text]" custT="1"/>
      <dgm:spPr/>
      <dgm:t>
        <a:bodyPr/>
        <a:lstStyle/>
        <a:p>
          <a:r>
            <a:rPr lang="en-US" sz="3600" dirty="0">
              <a:latin typeface="+mj-lt"/>
            </a:rPr>
            <a:t>Every Minute</a:t>
          </a:r>
          <a:endParaRPr lang="en-IN" sz="3600" dirty="0">
            <a:latin typeface="+mj-lt"/>
          </a:endParaRPr>
        </a:p>
      </dgm:t>
    </dgm:pt>
    <dgm:pt modelId="{7747E8FB-1ADD-4E8B-B61C-90B6BBD90DEB}" type="parTrans" cxnId="{0254EA4C-061B-46CD-B358-4783C64F81D3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8EF91C34-2DA8-4B57-93CD-F48D9C0D0240}" type="sibTrans" cxnId="{0254EA4C-061B-46CD-B358-4783C64F81D3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F2DC1A5F-8E45-49D0-8A62-E049A86F71CD}">
      <dgm:prSet phldrT="[Text]"/>
      <dgm:spPr/>
      <dgm:t>
        <a:bodyPr/>
        <a:lstStyle/>
        <a:p>
          <a:r>
            <a:rPr lang="en-US" dirty="0">
              <a:latin typeface="+mj-lt"/>
            </a:rPr>
            <a:t>X users tweet nearly 300,000 times.</a:t>
          </a:r>
          <a:endParaRPr lang="en-IN" dirty="0">
            <a:latin typeface="+mj-lt"/>
          </a:endParaRPr>
        </a:p>
      </dgm:t>
    </dgm:pt>
    <dgm:pt modelId="{4279C22C-2EF3-4006-8F58-D664130572CB}" type="parTrans" cxnId="{847D2E29-BCAB-4B19-B12D-72FAA8B8FDAF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4D47570D-795A-4752-A64C-44A19B364AB0}" type="sibTrans" cxnId="{847D2E29-BCAB-4B19-B12D-72FAA8B8FDAF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D363476E-B923-4F4C-9202-A1C52EB0A5A3}">
      <dgm:prSet phldrT="[Text]"/>
      <dgm:spPr/>
      <dgm:t>
        <a:bodyPr/>
        <a:lstStyle/>
        <a:p>
          <a:r>
            <a:rPr lang="en-US" dirty="0">
              <a:latin typeface="+mj-lt"/>
            </a:rPr>
            <a:t>Instagram users post nearly 220,00 new photos.</a:t>
          </a:r>
          <a:endParaRPr lang="en-IN" dirty="0">
            <a:latin typeface="+mj-lt"/>
          </a:endParaRPr>
        </a:p>
      </dgm:t>
    </dgm:pt>
    <dgm:pt modelId="{22511377-FDE2-4946-9599-02B9DAB6A415}" type="parTrans" cxnId="{AD3B2443-2D1D-4A13-B65E-EB86F153BCCB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67EAFFE7-6CD5-4A04-8D60-BB1EFFECC091}" type="sibTrans" cxnId="{AD3B2443-2D1D-4A13-B65E-EB86F153BCCB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66FC42D9-3DD8-40CE-ACF3-1CCE4A0D2AE1}">
      <dgm:prSet phldrT="[Text]" custT="1"/>
      <dgm:spPr/>
      <dgm:t>
        <a:bodyPr/>
        <a:lstStyle/>
        <a:p>
          <a:r>
            <a:rPr lang="en-US" sz="3600" dirty="0">
              <a:latin typeface="+mj-lt"/>
            </a:rPr>
            <a:t>Every Second</a:t>
          </a:r>
          <a:endParaRPr lang="en-IN" sz="3600" dirty="0">
            <a:latin typeface="+mj-lt"/>
          </a:endParaRPr>
        </a:p>
      </dgm:t>
    </dgm:pt>
    <dgm:pt modelId="{0FB23D42-29DD-4D11-9237-06F33584A87E}" type="parTrans" cxnId="{0BB64A35-C5D6-436A-94DF-379793D8023B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18D9BBCD-EFD7-44AC-A7ED-42C99289133A}" type="sibTrans" cxnId="{0BB64A35-C5D6-436A-94DF-379793D8023B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75FCE069-D03F-4068-B5AF-1418A4D9FBE4}">
      <dgm:prSet phldrT="[Text]"/>
      <dgm:spPr/>
      <dgm:t>
        <a:bodyPr/>
        <a:lstStyle/>
        <a:p>
          <a:r>
            <a:rPr lang="en-US" dirty="0">
              <a:latin typeface="+mj-lt"/>
            </a:rPr>
            <a:t>Banking applications process more than 10000 credit card transactions.</a:t>
          </a:r>
          <a:endParaRPr lang="en-IN" dirty="0">
            <a:latin typeface="+mj-lt"/>
          </a:endParaRPr>
        </a:p>
      </dgm:t>
    </dgm:pt>
    <dgm:pt modelId="{838AFD50-7BA1-4D16-833F-C75241986588}" type="sibTrans" cxnId="{43337BC3-AF35-4BD1-B25E-173F832508F0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C8C01A3D-DFE3-4308-B800-3F224A175CDC}" type="parTrans" cxnId="{43337BC3-AF35-4BD1-B25E-173F832508F0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BD2BE355-6B39-4C0E-98D9-E1BA64D354CD}">
      <dgm:prSet phldrT="[Text]"/>
      <dgm:spPr/>
      <dgm:t>
        <a:bodyPr/>
        <a:lstStyle/>
        <a:p>
          <a:r>
            <a:rPr lang="en-US" dirty="0">
              <a:latin typeface="+mj-lt"/>
            </a:rPr>
            <a:t>YouTube users upload 72 hours of new video content.</a:t>
          </a:r>
          <a:endParaRPr lang="en-IN" dirty="0">
            <a:latin typeface="+mj-lt"/>
          </a:endParaRPr>
        </a:p>
      </dgm:t>
    </dgm:pt>
    <dgm:pt modelId="{927AD18F-2906-4878-9A9B-678C61157B2D}" type="parTrans" cxnId="{65B4923F-2E91-4D46-956B-690DC6339457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734C0665-9BD7-4249-8801-B65AF3FCE8ED}" type="sibTrans" cxnId="{65B4923F-2E91-4D46-956B-690DC6339457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DC35B3B1-38CB-4C4B-BB73-18A0372F7F97}">
      <dgm:prSet phldrT="[Text]"/>
      <dgm:spPr/>
      <dgm:t>
        <a:bodyPr/>
        <a:lstStyle/>
        <a:p>
          <a:r>
            <a:rPr lang="en-US" dirty="0">
              <a:latin typeface="+mj-lt"/>
            </a:rPr>
            <a:t>Google receives over 4 million search queries.</a:t>
          </a:r>
          <a:endParaRPr lang="en-IN" dirty="0">
            <a:latin typeface="+mj-lt"/>
          </a:endParaRPr>
        </a:p>
      </dgm:t>
    </dgm:pt>
    <dgm:pt modelId="{C7568909-7C42-4279-88E1-5C9BCE954D44}" type="parTrans" cxnId="{A346A013-E2EE-404E-9377-3C43662E9DEB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FB123A61-E8E6-4032-B130-10CCC672C999}" type="sibTrans" cxnId="{A346A013-E2EE-404E-9377-3C43662E9DEB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66B4F5AB-2021-417B-90C4-D7A34B14A517}" type="pres">
      <dgm:prSet presAssocID="{36DC8182-6672-4ED5-B009-843C8B3B7DBC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12069430-7B7A-4E58-860A-65CC9256321F}" type="pres">
      <dgm:prSet presAssocID="{5A9D396A-B703-4DE9-98D2-9D571C0E2594}" presName="circle1" presStyleLbl="node1" presStyleIdx="0" presStyleCnt="3"/>
      <dgm:spPr/>
    </dgm:pt>
    <dgm:pt modelId="{3F8535C0-F0F5-42B7-9D59-9BBB6D364545}" type="pres">
      <dgm:prSet presAssocID="{5A9D396A-B703-4DE9-98D2-9D571C0E2594}" presName="space" presStyleCnt="0"/>
      <dgm:spPr/>
    </dgm:pt>
    <dgm:pt modelId="{F60C72C1-4E88-444D-A98F-90F0B5D1637F}" type="pres">
      <dgm:prSet presAssocID="{5A9D396A-B703-4DE9-98D2-9D571C0E2594}" presName="rect1" presStyleLbl="alignAcc1" presStyleIdx="0" presStyleCnt="3"/>
      <dgm:spPr/>
    </dgm:pt>
    <dgm:pt modelId="{B7B252ED-B1C8-40B9-8602-A6FAAD74B023}" type="pres">
      <dgm:prSet presAssocID="{D5F2B88C-9EC6-45AC-865E-8F9D3C6B71A1}" presName="vertSpace2" presStyleLbl="node1" presStyleIdx="0" presStyleCnt="3"/>
      <dgm:spPr/>
    </dgm:pt>
    <dgm:pt modelId="{7F9FF103-7F18-40FE-9384-CBBBCAA0CE1E}" type="pres">
      <dgm:prSet presAssocID="{D5F2B88C-9EC6-45AC-865E-8F9D3C6B71A1}" presName="circle2" presStyleLbl="node1" presStyleIdx="1" presStyleCnt="3"/>
      <dgm:spPr/>
    </dgm:pt>
    <dgm:pt modelId="{47E02BF4-5F0D-4262-813A-68AD46DAD0D7}" type="pres">
      <dgm:prSet presAssocID="{D5F2B88C-9EC6-45AC-865E-8F9D3C6B71A1}" presName="rect2" presStyleLbl="alignAcc1" presStyleIdx="1" presStyleCnt="3"/>
      <dgm:spPr/>
    </dgm:pt>
    <dgm:pt modelId="{BBAB869D-43C6-4342-9978-E1581167DC38}" type="pres">
      <dgm:prSet presAssocID="{66FC42D9-3DD8-40CE-ACF3-1CCE4A0D2AE1}" presName="vertSpace3" presStyleLbl="node1" presStyleIdx="1" presStyleCnt="3"/>
      <dgm:spPr/>
    </dgm:pt>
    <dgm:pt modelId="{D69C2161-156F-455B-A70C-F04E253B4544}" type="pres">
      <dgm:prSet presAssocID="{66FC42D9-3DD8-40CE-ACF3-1CCE4A0D2AE1}" presName="circle3" presStyleLbl="node1" presStyleIdx="2" presStyleCnt="3"/>
      <dgm:spPr/>
    </dgm:pt>
    <dgm:pt modelId="{F4E0CDE7-366E-4819-97AE-08FE8F9E0291}" type="pres">
      <dgm:prSet presAssocID="{66FC42D9-3DD8-40CE-ACF3-1CCE4A0D2AE1}" presName="rect3" presStyleLbl="alignAcc1" presStyleIdx="2" presStyleCnt="3" custScaleX="100000"/>
      <dgm:spPr/>
    </dgm:pt>
    <dgm:pt modelId="{F167D76F-77D8-460E-B744-815B20A8CCA7}" type="pres">
      <dgm:prSet presAssocID="{5A9D396A-B703-4DE9-98D2-9D571C0E2594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355EE72F-4D78-4DA3-8755-5BBABC365A52}" type="pres">
      <dgm:prSet presAssocID="{5A9D396A-B703-4DE9-98D2-9D571C0E2594}" presName="rect1ChTx" presStyleLbl="alignAcc1" presStyleIdx="2" presStyleCnt="3" custScaleX="111406" custLinFactNeighborX="-7243" custLinFactNeighborY="-1229">
        <dgm:presLayoutVars>
          <dgm:bulletEnabled val="1"/>
        </dgm:presLayoutVars>
      </dgm:prSet>
      <dgm:spPr/>
    </dgm:pt>
    <dgm:pt modelId="{544077FA-9AE2-4C5B-9E03-FC1A96F44C8F}" type="pres">
      <dgm:prSet presAssocID="{D5F2B88C-9EC6-45AC-865E-8F9D3C6B71A1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8B3A2CC4-E1AF-4DF8-BEF8-8BF1087B8F91}" type="pres">
      <dgm:prSet presAssocID="{D5F2B88C-9EC6-45AC-865E-8F9D3C6B71A1}" presName="rect2ChTx" presStyleLbl="alignAcc1" presStyleIdx="2" presStyleCnt="3" custScaleX="114184" custLinFactNeighborX="-6439">
        <dgm:presLayoutVars>
          <dgm:bulletEnabled val="1"/>
        </dgm:presLayoutVars>
      </dgm:prSet>
      <dgm:spPr/>
    </dgm:pt>
    <dgm:pt modelId="{4E68BE64-C628-4183-B712-CC8FDEBECA66}" type="pres">
      <dgm:prSet presAssocID="{66FC42D9-3DD8-40CE-ACF3-1CCE4A0D2AE1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C7A934F2-7A93-49ED-9219-BF25FD6EABEE}" type="pres">
      <dgm:prSet presAssocID="{66FC42D9-3DD8-40CE-ACF3-1CCE4A0D2AE1}" presName="rect3ChTx" presStyleLbl="alignAcc1" presStyleIdx="2" presStyleCnt="3" custScaleX="114665" custLinFactNeighborX="-7170" custLinFactNeighborY="-1229">
        <dgm:presLayoutVars>
          <dgm:bulletEnabled val="1"/>
        </dgm:presLayoutVars>
      </dgm:prSet>
      <dgm:spPr/>
    </dgm:pt>
  </dgm:ptLst>
  <dgm:cxnLst>
    <dgm:cxn modelId="{A346A013-E2EE-404E-9377-3C43662E9DEB}" srcId="{D5F2B88C-9EC6-45AC-865E-8F9D3C6B71A1}" destId="{DC35B3B1-38CB-4C4B-BB73-18A0372F7F97}" srcOrd="3" destOrd="0" parTransId="{C7568909-7C42-4279-88E1-5C9BCE954D44}" sibTransId="{FB123A61-E8E6-4032-B130-10CCC672C999}"/>
    <dgm:cxn modelId="{D9BC9D1F-B2BA-417E-BF35-2F319C551C37}" type="presOf" srcId="{BB34050C-85ED-4D7C-8416-A5CF4F2C1C5D}" destId="{355EE72F-4D78-4DA3-8755-5BBABC365A52}" srcOrd="0" destOrd="0" presId="urn:microsoft.com/office/officeart/2005/8/layout/target3"/>
    <dgm:cxn modelId="{A47B4023-01D6-4F36-BDDE-03EA5F799551}" type="presOf" srcId="{D363476E-B923-4F4C-9202-A1C52EB0A5A3}" destId="{8B3A2CC4-E1AF-4DF8-BEF8-8BF1087B8F91}" srcOrd="0" destOrd="1" presId="urn:microsoft.com/office/officeart/2005/8/layout/target3"/>
    <dgm:cxn modelId="{92CFE323-8320-4BC0-86CF-178938C72857}" type="presOf" srcId="{75FCE069-D03F-4068-B5AF-1418A4D9FBE4}" destId="{C7A934F2-7A93-49ED-9219-BF25FD6EABEE}" srcOrd="0" destOrd="0" presId="urn:microsoft.com/office/officeart/2005/8/layout/target3"/>
    <dgm:cxn modelId="{847D2E29-BCAB-4B19-B12D-72FAA8B8FDAF}" srcId="{D5F2B88C-9EC6-45AC-865E-8F9D3C6B71A1}" destId="{F2DC1A5F-8E45-49D0-8A62-E049A86F71CD}" srcOrd="0" destOrd="0" parTransId="{4279C22C-2EF3-4006-8F58-D664130572CB}" sibTransId="{4D47570D-795A-4752-A64C-44A19B364AB0}"/>
    <dgm:cxn modelId="{C910832C-3487-4EBE-9B03-27FE1B53E7D3}" type="presOf" srcId="{66FC42D9-3DD8-40CE-ACF3-1CCE4A0D2AE1}" destId="{4E68BE64-C628-4183-B712-CC8FDEBECA66}" srcOrd="1" destOrd="0" presId="urn:microsoft.com/office/officeart/2005/8/layout/target3"/>
    <dgm:cxn modelId="{0BB64A35-C5D6-436A-94DF-379793D8023B}" srcId="{36DC8182-6672-4ED5-B009-843C8B3B7DBC}" destId="{66FC42D9-3DD8-40CE-ACF3-1CCE4A0D2AE1}" srcOrd="2" destOrd="0" parTransId="{0FB23D42-29DD-4D11-9237-06F33584A87E}" sibTransId="{18D9BBCD-EFD7-44AC-A7ED-42C99289133A}"/>
    <dgm:cxn modelId="{83976F35-DC17-49B7-8220-CD228B943D0A}" type="presOf" srcId="{BD2BE355-6B39-4C0E-98D9-E1BA64D354CD}" destId="{8B3A2CC4-E1AF-4DF8-BEF8-8BF1087B8F91}" srcOrd="0" destOrd="2" presId="urn:microsoft.com/office/officeart/2005/8/layout/target3"/>
    <dgm:cxn modelId="{65B4923F-2E91-4D46-956B-690DC6339457}" srcId="{D5F2B88C-9EC6-45AC-865E-8F9D3C6B71A1}" destId="{BD2BE355-6B39-4C0E-98D9-E1BA64D354CD}" srcOrd="2" destOrd="0" parTransId="{927AD18F-2906-4878-9A9B-678C61157B2D}" sibTransId="{734C0665-9BD7-4249-8801-B65AF3FCE8ED}"/>
    <dgm:cxn modelId="{1736C85B-3FAB-4348-A2AB-F9ED82CC0C02}" type="presOf" srcId="{5A9D396A-B703-4DE9-98D2-9D571C0E2594}" destId="{F60C72C1-4E88-444D-A98F-90F0B5D1637F}" srcOrd="0" destOrd="0" presId="urn:microsoft.com/office/officeart/2005/8/layout/target3"/>
    <dgm:cxn modelId="{AD3B2443-2D1D-4A13-B65E-EB86F153BCCB}" srcId="{D5F2B88C-9EC6-45AC-865E-8F9D3C6B71A1}" destId="{D363476E-B923-4F4C-9202-A1C52EB0A5A3}" srcOrd="1" destOrd="0" parTransId="{22511377-FDE2-4946-9599-02B9DAB6A415}" sibTransId="{67EAFFE7-6CD5-4A04-8D60-BB1EFFECC091}"/>
    <dgm:cxn modelId="{0E017E44-35C6-4FB2-B267-C07E33DEAA89}" type="presOf" srcId="{DC35B3B1-38CB-4C4B-BB73-18A0372F7F97}" destId="{8B3A2CC4-E1AF-4DF8-BEF8-8BF1087B8F91}" srcOrd="0" destOrd="3" presId="urn:microsoft.com/office/officeart/2005/8/layout/target3"/>
    <dgm:cxn modelId="{70C9AD6B-CCE3-4ED1-BD6A-AD04839A445C}" srcId="{5A9D396A-B703-4DE9-98D2-9D571C0E2594}" destId="{BB34050C-85ED-4D7C-8416-A5CF4F2C1C5D}" srcOrd="0" destOrd="0" parTransId="{5DC3AA09-8EF5-4C6F-8C17-B7F64B0870C4}" sibTransId="{279838B0-FB72-487F-8B11-54A84CECF736}"/>
    <dgm:cxn modelId="{0254EA4C-061B-46CD-B358-4783C64F81D3}" srcId="{36DC8182-6672-4ED5-B009-843C8B3B7DBC}" destId="{D5F2B88C-9EC6-45AC-865E-8F9D3C6B71A1}" srcOrd="1" destOrd="0" parTransId="{7747E8FB-1ADD-4E8B-B61C-90B6BBD90DEB}" sibTransId="{8EF91C34-2DA8-4B57-93CD-F48D9C0D0240}"/>
    <dgm:cxn modelId="{E1433351-DCA7-40BD-91D6-070B7A06097B}" type="presOf" srcId="{DD4C7CA8-2A8D-44C9-942D-9964BB957931}" destId="{355EE72F-4D78-4DA3-8755-5BBABC365A52}" srcOrd="0" destOrd="1" presId="urn:microsoft.com/office/officeart/2005/8/layout/target3"/>
    <dgm:cxn modelId="{2D3D387B-B456-494A-8446-306BA9BBB7E9}" srcId="{36DC8182-6672-4ED5-B009-843C8B3B7DBC}" destId="{5A9D396A-B703-4DE9-98D2-9D571C0E2594}" srcOrd="0" destOrd="0" parTransId="{CE2AE928-4093-4BAC-A48B-084942175AD6}" sibTransId="{1C881E76-3CA2-4DC6-9B76-6F46282C3698}"/>
    <dgm:cxn modelId="{EC548C9F-F15C-4564-96E5-27D561ADC7D2}" type="presOf" srcId="{F2DC1A5F-8E45-49D0-8A62-E049A86F71CD}" destId="{8B3A2CC4-E1AF-4DF8-BEF8-8BF1087B8F91}" srcOrd="0" destOrd="0" presId="urn:microsoft.com/office/officeart/2005/8/layout/target3"/>
    <dgm:cxn modelId="{43337BC3-AF35-4BD1-B25E-173F832508F0}" srcId="{66FC42D9-3DD8-40CE-ACF3-1CCE4A0D2AE1}" destId="{75FCE069-D03F-4068-B5AF-1418A4D9FBE4}" srcOrd="0" destOrd="0" parTransId="{C8C01A3D-DFE3-4308-B800-3F224A175CDC}" sibTransId="{838AFD50-7BA1-4D16-833F-C75241986588}"/>
    <dgm:cxn modelId="{13B749C5-E8E8-4AE1-B523-9846B09B17B0}" type="presOf" srcId="{36DC8182-6672-4ED5-B009-843C8B3B7DBC}" destId="{66B4F5AB-2021-417B-90C4-D7A34B14A517}" srcOrd="0" destOrd="0" presId="urn:microsoft.com/office/officeart/2005/8/layout/target3"/>
    <dgm:cxn modelId="{7937F6CF-4130-4CA3-9C50-5F7B37445E59}" type="presOf" srcId="{5A9D396A-B703-4DE9-98D2-9D571C0E2594}" destId="{F167D76F-77D8-460E-B744-815B20A8CCA7}" srcOrd="1" destOrd="0" presId="urn:microsoft.com/office/officeart/2005/8/layout/target3"/>
    <dgm:cxn modelId="{FCA60FD9-1299-45DE-99EE-CBC542446937}" type="presOf" srcId="{D5F2B88C-9EC6-45AC-865E-8F9D3C6B71A1}" destId="{47E02BF4-5F0D-4262-813A-68AD46DAD0D7}" srcOrd="0" destOrd="0" presId="urn:microsoft.com/office/officeart/2005/8/layout/target3"/>
    <dgm:cxn modelId="{DD75BAF6-E6EF-4371-AD5D-24CBE40C7FFD}" srcId="{5A9D396A-B703-4DE9-98D2-9D571C0E2594}" destId="{DD4C7CA8-2A8D-44C9-942D-9964BB957931}" srcOrd="1" destOrd="0" parTransId="{5E24513D-051D-435E-961D-4BBBEFFF90C2}" sibTransId="{91706CB3-2E70-4202-BBBA-93B859252E94}"/>
    <dgm:cxn modelId="{F97CC5FC-815E-4A56-B502-8108596A0611}" type="presOf" srcId="{66FC42D9-3DD8-40CE-ACF3-1CCE4A0D2AE1}" destId="{F4E0CDE7-366E-4819-97AE-08FE8F9E0291}" srcOrd="0" destOrd="0" presId="urn:microsoft.com/office/officeart/2005/8/layout/target3"/>
    <dgm:cxn modelId="{1581E2FF-6CDB-49F4-B09A-B1E039E19BDE}" type="presOf" srcId="{D5F2B88C-9EC6-45AC-865E-8F9D3C6B71A1}" destId="{544077FA-9AE2-4C5B-9E03-FC1A96F44C8F}" srcOrd="1" destOrd="0" presId="urn:microsoft.com/office/officeart/2005/8/layout/target3"/>
    <dgm:cxn modelId="{7769A944-AD84-44CE-B93C-162DABE327B7}" type="presParOf" srcId="{66B4F5AB-2021-417B-90C4-D7A34B14A517}" destId="{12069430-7B7A-4E58-860A-65CC9256321F}" srcOrd="0" destOrd="0" presId="urn:microsoft.com/office/officeart/2005/8/layout/target3"/>
    <dgm:cxn modelId="{FF8632D0-086D-442C-801C-3DA150A1959B}" type="presParOf" srcId="{66B4F5AB-2021-417B-90C4-D7A34B14A517}" destId="{3F8535C0-F0F5-42B7-9D59-9BBB6D364545}" srcOrd="1" destOrd="0" presId="urn:microsoft.com/office/officeart/2005/8/layout/target3"/>
    <dgm:cxn modelId="{271AE10C-AE9A-4423-8D31-AE9886A0D645}" type="presParOf" srcId="{66B4F5AB-2021-417B-90C4-D7A34B14A517}" destId="{F60C72C1-4E88-444D-A98F-90F0B5D1637F}" srcOrd="2" destOrd="0" presId="urn:microsoft.com/office/officeart/2005/8/layout/target3"/>
    <dgm:cxn modelId="{143E2229-36D7-4326-95B5-73A58C6C3A9E}" type="presParOf" srcId="{66B4F5AB-2021-417B-90C4-D7A34B14A517}" destId="{B7B252ED-B1C8-40B9-8602-A6FAAD74B023}" srcOrd="3" destOrd="0" presId="urn:microsoft.com/office/officeart/2005/8/layout/target3"/>
    <dgm:cxn modelId="{E9ED5695-2D8A-4376-90C6-B4887C2066AD}" type="presParOf" srcId="{66B4F5AB-2021-417B-90C4-D7A34B14A517}" destId="{7F9FF103-7F18-40FE-9384-CBBBCAA0CE1E}" srcOrd="4" destOrd="0" presId="urn:microsoft.com/office/officeart/2005/8/layout/target3"/>
    <dgm:cxn modelId="{EA19222E-9F4E-4F6D-BE14-6C50FDA386B9}" type="presParOf" srcId="{66B4F5AB-2021-417B-90C4-D7A34B14A517}" destId="{47E02BF4-5F0D-4262-813A-68AD46DAD0D7}" srcOrd="5" destOrd="0" presId="urn:microsoft.com/office/officeart/2005/8/layout/target3"/>
    <dgm:cxn modelId="{06D3E7A9-F4E5-4EC4-A2FD-8C2FC9671A71}" type="presParOf" srcId="{66B4F5AB-2021-417B-90C4-D7A34B14A517}" destId="{BBAB869D-43C6-4342-9978-E1581167DC38}" srcOrd="6" destOrd="0" presId="urn:microsoft.com/office/officeart/2005/8/layout/target3"/>
    <dgm:cxn modelId="{4FC55232-FF62-44F7-8AB4-5B48D79A4616}" type="presParOf" srcId="{66B4F5AB-2021-417B-90C4-D7A34B14A517}" destId="{D69C2161-156F-455B-A70C-F04E253B4544}" srcOrd="7" destOrd="0" presId="urn:microsoft.com/office/officeart/2005/8/layout/target3"/>
    <dgm:cxn modelId="{DB3A3645-13E2-4A23-846A-549D0197D660}" type="presParOf" srcId="{66B4F5AB-2021-417B-90C4-D7A34B14A517}" destId="{F4E0CDE7-366E-4819-97AE-08FE8F9E0291}" srcOrd="8" destOrd="0" presId="urn:microsoft.com/office/officeart/2005/8/layout/target3"/>
    <dgm:cxn modelId="{76A8339C-0276-498F-8FC9-CFD64D53641F}" type="presParOf" srcId="{66B4F5AB-2021-417B-90C4-D7A34B14A517}" destId="{F167D76F-77D8-460E-B744-815B20A8CCA7}" srcOrd="9" destOrd="0" presId="urn:microsoft.com/office/officeart/2005/8/layout/target3"/>
    <dgm:cxn modelId="{98FA598A-32FF-4AE1-A9F1-7EDD5C799AF2}" type="presParOf" srcId="{66B4F5AB-2021-417B-90C4-D7A34B14A517}" destId="{355EE72F-4D78-4DA3-8755-5BBABC365A52}" srcOrd="10" destOrd="0" presId="urn:microsoft.com/office/officeart/2005/8/layout/target3"/>
    <dgm:cxn modelId="{DD1478F3-2B34-4E49-A36F-C43DE6FF0754}" type="presParOf" srcId="{66B4F5AB-2021-417B-90C4-D7A34B14A517}" destId="{544077FA-9AE2-4C5B-9E03-FC1A96F44C8F}" srcOrd="11" destOrd="0" presId="urn:microsoft.com/office/officeart/2005/8/layout/target3"/>
    <dgm:cxn modelId="{649D5A18-9EFF-4C41-BBF6-F7726319DCBF}" type="presParOf" srcId="{66B4F5AB-2021-417B-90C4-D7A34B14A517}" destId="{8B3A2CC4-E1AF-4DF8-BEF8-8BF1087B8F91}" srcOrd="12" destOrd="0" presId="urn:microsoft.com/office/officeart/2005/8/layout/target3"/>
    <dgm:cxn modelId="{5905D528-9F44-4B18-84D9-69A25E353840}" type="presParOf" srcId="{66B4F5AB-2021-417B-90C4-D7A34B14A517}" destId="{4E68BE64-C628-4183-B712-CC8FDEBECA66}" srcOrd="13" destOrd="0" presId="urn:microsoft.com/office/officeart/2005/8/layout/target3"/>
    <dgm:cxn modelId="{476020CB-9CFD-4AEA-B4D6-79C81B5E0BF0}" type="presParOf" srcId="{66B4F5AB-2021-417B-90C4-D7A34B14A517}" destId="{C7A934F2-7A93-49ED-9219-BF25FD6EABEE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CE96B2-9AEE-4921-B7DE-96D4B96707BF}" type="doc">
      <dgm:prSet loTypeId="urn:microsoft.com/office/officeart/2005/8/layout/list1" loCatId="list" qsTypeId="urn:microsoft.com/office/officeart/2005/8/quickstyle/3d3" qsCatId="3D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BBD8C29E-07EE-4FC0-B7FB-13538B8A4294}">
      <dgm:prSet phldrT="[Text]" custT="1"/>
      <dgm:spPr/>
      <dgm:t>
        <a:bodyPr/>
        <a:lstStyle/>
        <a:p>
          <a:r>
            <a:rPr lang="en-US" sz="1800" dirty="0">
              <a:latin typeface="+mj-lt"/>
            </a:rPr>
            <a:t>Shared nothing architecture</a:t>
          </a:r>
          <a:endParaRPr lang="en-IN" sz="1800" dirty="0">
            <a:latin typeface="+mj-lt"/>
          </a:endParaRPr>
        </a:p>
      </dgm:t>
    </dgm:pt>
    <dgm:pt modelId="{7C4B4AA4-1743-4346-86F8-899A83E850B7}" type="parTrans" cxnId="{5B7283E0-5C82-43E2-88D9-714F58CEA904}">
      <dgm:prSet/>
      <dgm:spPr/>
      <dgm:t>
        <a:bodyPr/>
        <a:lstStyle/>
        <a:p>
          <a:endParaRPr lang="en-IN" sz="1800">
            <a:solidFill>
              <a:schemeClr val="bg1"/>
            </a:solidFill>
            <a:latin typeface="+mj-lt"/>
          </a:endParaRPr>
        </a:p>
      </dgm:t>
    </dgm:pt>
    <dgm:pt modelId="{72670214-E355-4415-BE74-18F74F436052}" type="sibTrans" cxnId="{5B7283E0-5C82-43E2-88D9-714F58CEA904}">
      <dgm:prSet/>
      <dgm:spPr/>
      <dgm:t>
        <a:bodyPr/>
        <a:lstStyle/>
        <a:p>
          <a:endParaRPr lang="en-IN" sz="1800">
            <a:solidFill>
              <a:schemeClr val="bg1"/>
            </a:solidFill>
            <a:latin typeface="+mj-lt"/>
          </a:endParaRPr>
        </a:p>
      </dgm:t>
    </dgm:pt>
    <dgm:pt modelId="{C83128DF-7E76-424D-8C41-9FA89C19FC7A}">
      <dgm:prSet phldrT="[Text]" custT="1"/>
      <dgm:spPr/>
      <dgm:t>
        <a:bodyPr/>
        <a:lstStyle/>
        <a:p>
          <a:r>
            <a:rPr lang="en-US" sz="1800" dirty="0">
              <a:latin typeface="+mj-lt"/>
            </a:rPr>
            <a:t>Data replication across multiple computers</a:t>
          </a:r>
          <a:endParaRPr lang="en-IN" sz="1800" dirty="0">
            <a:latin typeface="+mj-lt"/>
          </a:endParaRPr>
        </a:p>
      </dgm:t>
    </dgm:pt>
    <dgm:pt modelId="{63643622-1E86-4E4C-BE09-47FB39B69806}" type="parTrans" cxnId="{3B17299C-560B-4D7C-91E8-998674F37F09}">
      <dgm:prSet/>
      <dgm:spPr/>
      <dgm:t>
        <a:bodyPr/>
        <a:lstStyle/>
        <a:p>
          <a:endParaRPr lang="en-IN" sz="1800">
            <a:solidFill>
              <a:schemeClr val="bg1"/>
            </a:solidFill>
            <a:latin typeface="+mj-lt"/>
          </a:endParaRPr>
        </a:p>
      </dgm:t>
    </dgm:pt>
    <dgm:pt modelId="{4510DBC1-3F96-408B-B10A-4CDB73D120DB}" type="sibTrans" cxnId="{3B17299C-560B-4D7C-91E8-998674F37F09}">
      <dgm:prSet/>
      <dgm:spPr/>
      <dgm:t>
        <a:bodyPr/>
        <a:lstStyle/>
        <a:p>
          <a:endParaRPr lang="en-IN" sz="1800">
            <a:solidFill>
              <a:schemeClr val="bg1"/>
            </a:solidFill>
            <a:latin typeface="+mj-lt"/>
          </a:endParaRPr>
        </a:p>
      </dgm:t>
    </dgm:pt>
    <dgm:pt modelId="{B449F25A-8D58-41D8-A3CC-50FB369FE7F5}">
      <dgm:prSet phldrT="[Text]" custT="1"/>
      <dgm:spPr/>
      <dgm:t>
        <a:bodyPr/>
        <a:lstStyle/>
        <a:p>
          <a:r>
            <a:rPr lang="en-US" sz="1800" dirty="0">
              <a:latin typeface="+mj-lt"/>
            </a:rPr>
            <a:t>High throughput rather than low latency</a:t>
          </a:r>
          <a:endParaRPr lang="en-IN" sz="1800" dirty="0">
            <a:latin typeface="+mj-lt"/>
          </a:endParaRPr>
        </a:p>
      </dgm:t>
    </dgm:pt>
    <dgm:pt modelId="{B8733EB4-A918-4065-8112-8E2DCDC1D70B}" type="parTrans" cxnId="{5798A731-5DFC-4752-81EA-0E1CED9C25CF}">
      <dgm:prSet/>
      <dgm:spPr/>
      <dgm:t>
        <a:bodyPr/>
        <a:lstStyle/>
        <a:p>
          <a:endParaRPr lang="en-IN" sz="1800">
            <a:solidFill>
              <a:schemeClr val="bg1"/>
            </a:solidFill>
            <a:latin typeface="+mj-lt"/>
          </a:endParaRPr>
        </a:p>
      </dgm:t>
    </dgm:pt>
    <dgm:pt modelId="{FF11DA07-F6F4-4AD5-BCFF-6F79485137FF}" type="sibTrans" cxnId="{5798A731-5DFC-4752-81EA-0E1CED9C25CF}">
      <dgm:prSet/>
      <dgm:spPr/>
      <dgm:t>
        <a:bodyPr/>
        <a:lstStyle/>
        <a:p>
          <a:endParaRPr lang="en-IN" sz="1800">
            <a:solidFill>
              <a:schemeClr val="bg1"/>
            </a:solidFill>
            <a:latin typeface="+mj-lt"/>
          </a:endParaRPr>
        </a:p>
      </dgm:t>
    </dgm:pt>
    <dgm:pt modelId="{D3B11227-644F-4D6C-BA9B-A5AAFA7201DC}">
      <dgm:prSet phldrT="[Text]" custT="1"/>
      <dgm:spPr/>
      <dgm:t>
        <a:bodyPr/>
        <a:lstStyle/>
        <a:p>
          <a:r>
            <a:rPr lang="en-US" sz="1800">
              <a:latin typeface="+mj-lt"/>
            </a:rPr>
            <a:t>NOT good when work can’t be parallelised, or for processing small files!</a:t>
          </a:r>
          <a:endParaRPr lang="en-IN" sz="1800" dirty="0">
            <a:latin typeface="+mj-lt"/>
          </a:endParaRPr>
        </a:p>
      </dgm:t>
    </dgm:pt>
    <dgm:pt modelId="{B374D0B6-735C-43BD-BE0D-46804593D6FE}" type="parTrans" cxnId="{C2EFAC95-2D0B-4830-A4CE-7338E0AD612D}">
      <dgm:prSet/>
      <dgm:spPr/>
      <dgm:t>
        <a:bodyPr/>
        <a:lstStyle/>
        <a:p>
          <a:endParaRPr lang="en-IN" sz="1800">
            <a:solidFill>
              <a:schemeClr val="bg1"/>
            </a:solidFill>
            <a:latin typeface="+mj-lt"/>
          </a:endParaRPr>
        </a:p>
      </dgm:t>
    </dgm:pt>
    <dgm:pt modelId="{DF533137-D435-43A4-8BB8-D3532C4D51D0}" type="sibTrans" cxnId="{C2EFAC95-2D0B-4830-A4CE-7338E0AD612D}">
      <dgm:prSet/>
      <dgm:spPr/>
      <dgm:t>
        <a:bodyPr/>
        <a:lstStyle/>
        <a:p>
          <a:endParaRPr lang="en-IN" sz="1800">
            <a:solidFill>
              <a:schemeClr val="bg1"/>
            </a:solidFill>
            <a:latin typeface="+mj-lt"/>
          </a:endParaRPr>
        </a:p>
      </dgm:t>
    </dgm:pt>
    <dgm:pt modelId="{B2EF496E-E8FB-4511-AA4F-2490E3DA273F}">
      <dgm:prSet phldrT="[Text]" custT="1"/>
      <dgm:spPr/>
      <dgm:t>
        <a:bodyPr/>
        <a:lstStyle/>
        <a:p>
          <a:r>
            <a:rPr lang="en-US" sz="1800" dirty="0">
              <a:latin typeface="+mj-lt"/>
            </a:rPr>
            <a:t>Complements OLTP and OLAP</a:t>
          </a:r>
          <a:endParaRPr lang="en-IN" sz="1800" dirty="0">
            <a:latin typeface="+mj-lt"/>
          </a:endParaRPr>
        </a:p>
      </dgm:t>
    </dgm:pt>
    <dgm:pt modelId="{E8AC0A03-A196-4447-B105-6CFCC0D688B8}" type="parTrans" cxnId="{D5D789CB-41EC-4053-9D5D-8A6E6E278797}">
      <dgm:prSet/>
      <dgm:spPr/>
      <dgm:t>
        <a:bodyPr/>
        <a:lstStyle/>
        <a:p>
          <a:endParaRPr lang="en-IN" sz="1800">
            <a:solidFill>
              <a:schemeClr val="bg1"/>
            </a:solidFill>
            <a:latin typeface="+mj-lt"/>
          </a:endParaRPr>
        </a:p>
      </dgm:t>
    </dgm:pt>
    <dgm:pt modelId="{5DE5768E-CE43-4AA1-B2B7-6AC1ED4E74A4}" type="sibTrans" cxnId="{D5D789CB-41EC-4053-9D5D-8A6E6E278797}">
      <dgm:prSet/>
      <dgm:spPr/>
      <dgm:t>
        <a:bodyPr/>
        <a:lstStyle/>
        <a:p>
          <a:endParaRPr lang="en-IN" sz="1800">
            <a:solidFill>
              <a:schemeClr val="bg1"/>
            </a:solidFill>
            <a:latin typeface="+mj-lt"/>
          </a:endParaRPr>
        </a:p>
      </dgm:t>
    </dgm:pt>
    <dgm:pt modelId="{A5325553-C878-4DA3-9699-5D4724162856}" type="pres">
      <dgm:prSet presAssocID="{A7CE96B2-9AEE-4921-B7DE-96D4B96707BF}" presName="linear" presStyleCnt="0">
        <dgm:presLayoutVars>
          <dgm:dir/>
          <dgm:animLvl val="lvl"/>
          <dgm:resizeHandles val="exact"/>
        </dgm:presLayoutVars>
      </dgm:prSet>
      <dgm:spPr/>
    </dgm:pt>
    <dgm:pt modelId="{77B48EFC-F4ED-44A0-A326-C3CA7D5F8C66}" type="pres">
      <dgm:prSet presAssocID="{BBD8C29E-07EE-4FC0-B7FB-13538B8A4294}" presName="parentLin" presStyleCnt="0"/>
      <dgm:spPr/>
    </dgm:pt>
    <dgm:pt modelId="{A4BA5643-A341-4218-8C11-3E07B91C8A0E}" type="pres">
      <dgm:prSet presAssocID="{BBD8C29E-07EE-4FC0-B7FB-13538B8A4294}" presName="parentLeftMargin" presStyleLbl="node1" presStyleIdx="0" presStyleCnt="5"/>
      <dgm:spPr/>
    </dgm:pt>
    <dgm:pt modelId="{4EB53170-FAA5-4646-9989-17174F7F8436}" type="pres">
      <dgm:prSet presAssocID="{BBD8C29E-07EE-4FC0-B7FB-13538B8A4294}" presName="parentText" presStyleLbl="node1" presStyleIdx="0" presStyleCnt="5" custScaleX="116852" custScaleY="125979">
        <dgm:presLayoutVars>
          <dgm:chMax val="0"/>
          <dgm:bulletEnabled val="1"/>
        </dgm:presLayoutVars>
      </dgm:prSet>
      <dgm:spPr/>
    </dgm:pt>
    <dgm:pt modelId="{20060EB1-0683-4BDC-95D9-01BD4528A077}" type="pres">
      <dgm:prSet presAssocID="{BBD8C29E-07EE-4FC0-B7FB-13538B8A4294}" presName="negativeSpace" presStyleCnt="0"/>
      <dgm:spPr/>
    </dgm:pt>
    <dgm:pt modelId="{DABF4F6A-904D-45CF-8D77-19E393DC9DEB}" type="pres">
      <dgm:prSet presAssocID="{BBD8C29E-07EE-4FC0-B7FB-13538B8A4294}" presName="childText" presStyleLbl="conFgAcc1" presStyleIdx="0" presStyleCnt="5">
        <dgm:presLayoutVars>
          <dgm:bulletEnabled val="1"/>
        </dgm:presLayoutVars>
      </dgm:prSet>
      <dgm:spPr/>
    </dgm:pt>
    <dgm:pt modelId="{108B64D9-27EA-41CB-A748-DE80FB30E86A}" type="pres">
      <dgm:prSet presAssocID="{72670214-E355-4415-BE74-18F74F436052}" presName="spaceBetweenRectangles" presStyleCnt="0"/>
      <dgm:spPr/>
    </dgm:pt>
    <dgm:pt modelId="{19AE9D24-D3D7-4822-8CB7-D61F04160414}" type="pres">
      <dgm:prSet presAssocID="{C83128DF-7E76-424D-8C41-9FA89C19FC7A}" presName="parentLin" presStyleCnt="0"/>
      <dgm:spPr/>
    </dgm:pt>
    <dgm:pt modelId="{69FFBAF2-3593-4C56-BDBD-D5714C6E2E60}" type="pres">
      <dgm:prSet presAssocID="{C83128DF-7E76-424D-8C41-9FA89C19FC7A}" presName="parentLeftMargin" presStyleLbl="node1" presStyleIdx="0" presStyleCnt="5"/>
      <dgm:spPr/>
    </dgm:pt>
    <dgm:pt modelId="{E7EA70D2-5311-4F93-9A9C-DF5BD82500D3}" type="pres">
      <dgm:prSet presAssocID="{C83128DF-7E76-424D-8C41-9FA89C19FC7A}" presName="parentText" presStyleLbl="node1" presStyleIdx="1" presStyleCnt="5" custScaleX="115842" custScaleY="149116">
        <dgm:presLayoutVars>
          <dgm:chMax val="0"/>
          <dgm:bulletEnabled val="1"/>
        </dgm:presLayoutVars>
      </dgm:prSet>
      <dgm:spPr/>
    </dgm:pt>
    <dgm:pt modelId="{CE24D459-5ECC-4AA5-A000-250B4396CBDE}" type="pres">
      <dgm:prSet presAssocID="{C83128DF-7E76-424D-8C41-9FA89C19FC7A}" presName="negativeSpace" presStyleCnt="0"/>
      <dgm:spPr/>
    </dgm:pt>
    <dgm:pt modelId="{9E77091E-BD74-4BA8-9BA2-EF80E5783372}" type="pres">
      <dgm:prSet presAssocID="{C83128DF-7E76-424D-8C41-9FA89C19FC7A}" presName="childText" presStyleLbl="conFgAcc1" presStyleIdx="1" presStyleCnt="5">
        <dgm:presLayoutVars>
          <dgm:bulletEnabled val="1"/>
        </dgm:presLayoutVars>
      </dgm:prSet>
      <dgm:spPr/>
    </dgm:pt>
    <dgm:pt modelId="{1D9622A8-F199-4571-98EB-1A67E5084133}" type="pres">
      <dgm:prSet presAssocID="{4510DBC1-3F96-408B-B10A-4CDB73D120DB}" presName="spaceBetweenRectangles" presStyleCnt="0"/>
      <dgm:spPr/>
    </dgm:pt>
    <dgm:pt modelId="{050530C1-F6A2-4842-BC22-44EADE97FF2E}" type="pres">
      <dgm:prSet presAssocID="{B449F25A-8D58-41D8-A3CC-50FB369FE7F5}" presName="parentLin" presStyleCnt="0"/>
      <dgm:spPr/>
    </dgm:pt>
    <dgm:pt modelId="{D16ED7D0-E10E-436E-B12B-77C0D32F0D5B}" type="pres">
      <dgm:prSet presAssocID="{B449F25A-8D58-41D8-A3CC-50FB369FE7F5}" presName="parentLeftMargin" presStyleLbl="node1" presStyleIdx="1" presStyleCnt="5"/>
      <dgm:spPr/>
    </dgm:pt>
    <dgm:pt modelId="{F45783FB-E67E-4BAB-B36C-D90641EABB08}" type="pres">
      <dgm:prSet presAssocID="{B449F25A-8D58-41D8-A3CC-50FB369FE7F5}" presName="parentText" presStyleLbl="node1" presStyleIdx="2" presStyleCnt="5" custScaleX="115915" custScaleY="135750">
        <dgm:presLayoutVars>
          <dgm:chMax val="0"/>
          <dgm:bulletEnabled val="1"/>
        </dgm:presLayoutVars>
      </dgm:prSet>
      <dgm:spPr/>
    </dgm:pt>
    <dgm:pt modelId="{AC38A1CC-A150-4385-902C-1524A14BFAF3}" type="pres">
      <dgm:prSet presAssocID="{B449F25A-8D58-41D8-A3CC-50FB369FE7F5}" presName="negativeSpace" presStyleCnt="0"/>
      <dgm:spPr/>
    </dgm:pt>
    <dgm:pt modelId="{0F3FFB76-5624-41BC-9EC5-20448A6FFD7D}" type="pres">
      <dgm:prSet presAssocID="{B449F25A-8D58-41D8-A3CC-50FB369FE7F5}" presName="childText" presStyleLbl="conFgAcc1" presStyleIdx="2" presStyleCnt="5">
        <dgm:presLayoutVars>
          <dgm:bulletEnabled val="1"/>
        </dgm:presLayoutVars>
      </dgm:prSet>
      <dgm:spPr/>
    </dgm:pt>
    <dgm:pt modelId="{B2FF1C68-A351-404D-A501-01D8A5E069F9}" type="pres">
      <dgm:prSet presAssocID="{FF11DA07-F6F4-4AD5-BCFF-6F79485137FF}" presName="spaceBetweenRectangles" presStyleCnt="0"/>
      <dgm:spPr/>
    </dgm:pt>
    <dgm:pt modelId="{CC2FB8FC-6DAC-49BE-95F9-280F4F9B0940}" type="pres">
      <dgm:prSet presAssocID="{B2EF496E-E8FB-4511-AA4F-2490E3DA273F}" presName="parentLin" presStyleCnt="0"/>
      <dgm:spPr/>
    </dgm:pt>
    <dgm:pt modelId="{2E25FFDC-C5FA-446C-BDD6-BB002F1FC94F}" type="pres">
      <dgm:prSet presAssocID="{B2EF496E-E8FB-4511-AA4F-2490E3DA273F}" presName="parentLeftMargin" presStyleLbl="node1" presStyleIdx="2" presStyleCnt="5"/>
      <dgm:spPr/>
    </dgm:pt>
    <dgm:pt modelId="{EE6450A0-A0D0-4645-ABFD-663275545E0F}" type="pres">
      <dgm:prSet presAssocID="{B2EF496E-E8FB-4511-AA4F-2490E3DA273F}" presName="parentText" presStyleLbl="node1" presStyleIdx="3" presStyleCnt="5" custScaleX="116383" custScaleY="125137">
        <dgm:presLayoutVars>
          <dgm:chMax val="0"/>
          <dgm:bulletEnabled val="1"/>
        </dgm:presLayoutVars>
      </dgm:prSet>
      <dgm:spPr/>
    </dgm:pt>
    <dgm:pt modelId="{3BEC54A4-2518-4098-85AD-E08CAEFADB78}" type="pres">
      <dgm:prSet presAssocID="{B2EF496E-E8FB-4511-AA4F-2490E3DA273F}" presName="negativeSpace" presStyleCnt="0"/>
      <dgm:spPr/>
    </dgm:pt>
    <dgm:pt modelId="{23738B6E-6B0F-4DD0-827D-5DB5BD1C6244}" type="pres">
      <dgm:prSet presAssocID="{B2EF496E-E8FB-4511-AA4F-2490E3DA273F}" presName="childText" presStyleLbl="conFgAcc1" presStyleIdx="3" presStyleCnt="5">
        <dgm:presLayoutVars>
          <dgm:bulletEnabled val="1"/>
        </dgm:presLayoutVars>
      </dgm:prSet>
      <dgm:spPr/>
    </dgm:pt>
    <dgm:pt modelId="{E0ECF94F-7B33-4674-92B2-FE864E6A924A}" type="pres">
      <dgm:prSet presAssocID="{5DE5768E-CE43-4AA1-B2B7-6AC1ED4E74A4}" presName="spaceBetweenRectangles" presStyleCnt="0"/>
      <dgm:spPr/>
    </dgm:pt>
    <dgm:pt modelId="{CBD6FE40-28D0-4334-BD22-1A215213982C}" type="pres">
      <dgm:prSet presAssocID="{D3B11227-644F-4D6C-BA9B-A5AAFA7201DC}" presName="parentLin" presStyleCnt="0"/>
      <dgm:spPr/>
    </dgm:pt>
    <dgm:pt modelId="{0DEBB844-B0B5-47D4-B61A-99BD0CE6399D}" type="pres">
      <dgm:prSet presAssocID="{D3B11227-644F-4D6C-BA9B-A5AAFA7201DC}" presName="parentLeftMargin" presStyleLbl="node1" presStyleIdx="3" presStyleCnt="5"/>
      <dgm:spPr/>
    </dgm:pt>
    <dgm:pt modelId="{DFA481AD-8787-49AE-BC20-38BF5F8F6338}" type="pres">
      <dgm:prSet presAssocID="{D3B11227-644F-4D6C-BA9B-A5AAFA7201DC}" presName="parentText" presStyleLbl="node1" presStyleIdx="4" presStyleCnt="5" custScaleX="114979" custScaleY="125136">
        <dgm:presLayoutVars>
          <dgm:chMax val="0"/>
          <dgm:bulletEnabled val="1"/>
        </dgm:presLayoutVars>
      </dgm:prSet>
      <dgm:spPr/>
    </dgm:pt>
    <dgm:pt modelId="{03057502-6B86-4601-B968-BECC03DA4079}" type="pres">
      <dgm:prSet presAssocID="{D3B11227-644F-4D6C-BA9B-A5AAFA7201DC}" presName="negativeSpace" presStyleCnt="0"/>
      <dgm:spPr/>
    </dgm:pt>
    <dgm:pt modelId="{8F787389-009A-42E1-BE3F-826E73A5492C}" type="pres">
      <dgm:prSet presAssocID="{D3B11227-644F-4D6C-BA9B-A5AAFA7201DC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E4197820-7539-4C76-A981-EA51CF509280}" type="presOf" srcId="{B2EF496E-E8FB-4511-AA4F-2490E3DA273F}" destId="{EE6450A0-A0D0-4645-ABFD-663275545E0F}" srcOrd="1" destOrd="0" presId="urn:microsoft.com/office/officeart/2005/8/layout/list1"/>
    <dgm:cxn modelId="{368C732C-B852-466D-8D63-5E5C8E1AC140}" type="presOf" srcId="{B449F25A-8D58-41D8-A3CC-50FB369FE7F5}" destId="{F45783FB-E67E-4BAB-B36C-D90641EABB08}" srcOrd="1" destOrd="0" presId="urn:microsoft.com/office/officeart/2005/8/layout/list1"/>
    <dgm:cxn modelId="{9CF75630-4AB1-4621-ACF8-5280052C32F9}" type="presOf" srcId="{C83128DF-7E76-424D-8C41-9FA89C19FC7A}" destId="{69FFBAF2-3593-4C56-BDBD-D5714C6E2E60}" srcOrd="0" destOrd="0" presId="urn:microsoft.com/office/officeart/2005/8/layout/list1"/>
    <dgm:cxn modelId="{5798A731-5DFC-4752-81EA-0E1CED9C25CF}" srcId="{A7CE96B2-9AEE-4921-B7DE-96D4B96707BF}" destId="{B449F25A-8D58-41D8-A3CC-50FB369FE7F5}" srcOrd="2" destOrd="0" parTransId="{B8733EB4-A918-4065-8112-8E2DCDC1D70B}" sibTransId="{FF11DA07-F6F4-4AD5-BCFF-6F79485137FF}"/>
    <dgm:cxn modelId="{641FF637-ED38-431B-9D6A-43A4E0C0FA5B}" type="presOf" srcId="{BBD8C29E-07EE-4FC0-B7FB-13538B8A4294}" destId="{A4BA5643-A341-4218-8C11-3E07B91C8A0E}" srcOrd="0" destOrd="0" presId="urn:microsoft.com/office/officeart/2005/8/layout/list1"/>
    <dgm:cxn modelId="{B6813E66-794C-4697-9E2B-C169FC3F8911}" type="presOf" srcId="{B449F25A-8D58-41D8-A3CC-50FB369FE7F5}" destId="{D16ED7D0-E10E-436E-B12B-77C0D32F0D5B}" srcOrd="0" destOrd="0" presId="urn:microsoft.com/office/officeart/2005/8/layout/list1"/>
    <dgm:cxn modelId="{C640FE6B-BB32-456B-8221-961EF83B79BA}" type="presOf" srcId="{D3B11227-644F-4D6C-BA9B-A5AAFA7201DC}" destId="{DFA481AD-8787-49AE-BC20-38BF5F8F6338}" srcOrd="1" destOrd="0" presId="urn:microsoft.com/office/officeart/2005/8/layout/list1"/>
    <dgm:cxn modelId="{DCC7EA51-AFB3-4DB7-8CC9-0832C0DA5BB0}" type="presOf" srcId="{D3B11227-644F-4D6C-BA9B-A5AAFA7201DC}" destId="{0DEBB844-B0B5-47D4-B61A-99BD0CE6399D}" srcOrd="0" destOrd="0" presId="urn:microsoft.com/office/officeart/2005/8/layout/list1"/>
    <dgm:cxn modelId="{33972B55-2C43-4E5B-89CE-0BE5315404DA}" type="presOf" srcId="{B2EF496E-E8FB-4511-AA4F-2490E3DA273F}" destId="{2E25FFDC-C5FA-446C-BDD6-BB002F1FC94F}" srcOrd="0" destOrd="0" presId="urn:microsoft.com/office/officeart/2005/8/layout/list1"/>
    <dgm:cxn modelId="{E412E381-7549-4C52-99D1-D88898568E91}" type="presOf" srcId="{BBD8C29E-07EE-4FC0-B7FB-13538B8A4294}" destId="{4EB53170-FAA5-4646-9989-17174F7F8436}" srcOrd="1" destOrd="0" presId="urn:microsoft.com/office/officeart/2005/8/layout/list1"/>
    <dgm:cxn modelId="{C2EFAC95-2D0B-4830-A4CE-7338E0AD612D}" srcId="{A7CE96B2-9AEE-4921-B7DE-96D4B96707BF}" destId="{D3B11227-644F-4D6C-BA9B-A5AAFA7201DC}" srcOrd="4" destOrd="0" parTransId="{B374D0B6-735C-43BD-BE0D-46804593D6FE}" sibTransId="{DF533137-D435-43A4-8BB8-D3532C4D51D0}"/>
    <dgm:cxn modelId="{A9C1C998-6D88-4451-AE97-7352797B6A23}" type="presOf" srcId="{A7CE96B2-9AEE-4921-B7DE-96D4B96707BF}" destId="{A5325553-C878-4DA3-9699-5D4724162856}" srcOrd="0" destOrd="0" presId="urn:microsoft.com/office/officeart/2005/8/layout/list1"/>
    <dgm:cxn modelId="{3B17299C-560B-4D7C-91E8-998674F37F09}" srcId="{A7CE96B2-9AEE-4921-B7DE-96D4B96707BF}" destId="{C83128DF-7E76-424D-8C41-9FA89C19FC7A}" srcOrd="1" destOrd="0" parTransId="{63643622-1E86-4E4C-BE09-47FB39B69806}" sibTransId="{4510DBC1-3F96-408B-B10A-4CDB73D120DB}"/>
    <dgm:cxn modelId="{D12CE0B9-9E25-4ED6-AF3A-DB7263D25FBD}" type="presOf" srcId="{C83128DF-7E76-424D-8C41-9FA89C19FC7A}" destId="{E7EA70D2-5311-4F93-9A9C-DF5BD82500D3}" srcOrd="1" destOrd="0" presId="urn:microsoft.com/office/officeart/2005/8/layout/list1"/>
    <dgm:cxn modelId="{D5D789CB-41EC-4053-9D5D-8A6E6E278797}" srcId="{A7CE96B2-9AEE-4921-B7DE-96D4B96707BF}" destId="{B2EF496E-E8FB-4511-AA4F-2490E3DA273F}" srcOrd="3" destOrd="0" parTransId="{E8AC0A03-A196-4447-B105-6CFCC0D688B8}" sibTransId="{5DE5768E-CE43-4AA1-B2B7-6AC1ED4E74A4}"/>
    <dgm:cxn modelId="{5B7283E0-5C82-43E2-88D9-714F58CEA904}" srcId="{A7CE96B2-9AEE-4921-B7DE-96D4B96707BF}" destId="{BBD8C29E-07EE-4FC0-B7FB-13538B8A4294}" srcOrd="0" destOrd="0" parTransId="{7C4B4AA4-1743-4346-86F8-899A83E850B7}" sibTransId="{72670214-E355-4415-BE74-18F74F436052}"/>
    <dgm:cxn modelId="{2FBD18BA-8C44-4653-A487-9CB2D0CA1D30}" type="presParOf" srcId="{A5325553-C878-4DA3-9699-5D4724162856}" destId="{77B48EFC-F4ED-44A0-A326-C3CA7D5F8C66}" srcOrd="0" destOrd="0" presId="urn:microsoft.com/office/officeart/2005/8/layout/list1"/>
    <dgm:cxn modelId="{F1558257-BC59-4FCC-BB37-44077F4CBAB0}" type="presParOf" srcId="{77B48EFC-F4ED-44A0-A326-C3CA7D5F8C66}" destId="{A4BA5643-A341-4218-8C11-3E07B91C8A0E}" srcOrd="0" destOrd="0" presId="urn:microsoft.com/office/officeart/2005/8/layout/list1"/>
    <dgm:cxn modelId="{CAFEBF45-D192-4440-8F3E-EB3D415C4C73}" type="presParOf" srcId="{77B48EFC-F4ED-44A0-A326-C3CA7D5F8C66}" destId="{4EB53170-FAA5-4646-9989-17174F7F8436}" srcOrd="1" destOrd="0" presId="urn:microsoft.com/office/officeart/2005/8/layout/list1"/>
    <dgm:cxn modelId="{BA720730-3AEB-4B1B-A1DE-16030B85727E}" type="presParOf" srcId="{A5325553-C878-4DA3-9699-5D4724162856}" destId="{20060EB1-0683-4BDC-95D9-01BD4528A077}" srcOrd="1" destOrd="0" presId="urn:microsoft.com/office/officeart/2005/8/layout/list1"/>
    <dgm:cxn modelId="{EE7F0A19-917B-48B0-94D2-1274FEB9308B}" type="presParOf" srcId="{A5325553-C878-4DA3-9699-5D4724162856}" destId="{DABF4F6A-904D-45CF-8D77-19E393DC9DEB}" srcOrd="2" destOrd="0" presId="urn:microsoft.com/office/officeart/2005/8/layout/list1"/>
    <dgm:cxn modelId="{ED034862-91DD-4A76-AE47-8757AA5AED05}" type="presParOf" srcId="{A5325553-C878-4DA3-9699-5D4724162856}" destId="{108B64D9-27EA-41CB-A748-DE80FB30E86A}" srcOrd="3" destOrd="0" presId="urn:microsoft.com/office/officeart/2005/8/layout/list1"/>
    <dgm:cxn modelId="{F8EEB69C-7BB3-43DE-87F7-94F10E0B548C}" type="presParOf" srcId="{A5325553-C878-4DA3-9699-5D4724162856}" destId="{19AE9D24-D3D7-4822-8CB7-D61F04160414}" srcOrd="4" destOrd="0" presId="urn:microsoft.com/office/officeart/2005/8/layout/list1"/>
    <dgm:cxn modelId="{D47EA075-4419-405F-B01D-A268287E8D3B}" type="presParOf" srcId="{19AE9D24-D3D7-4822-8CB7-D61F04160414}" destId="{69FFBAF2-3593-4C56-BDBD-D5714C6E2E60}" srcOrd="0" destOrd="0" presId="urn:microsoft.com/office/officeart/2005/8/layout/list1"/>
    <dgm:cxn modelId="{9F53EE04-7716-4944-9C9B-79FD008CD1D2}" type="presParOf" srcId="{19AE9D24-D3D7-4822-8CB7-D61F04160414}" destId="{E7EA70D2-5311-4F93-9A9C-DF5BD82500D3}" srcOrd="1" destOrd="0" presId="urn:microsoft.com/office/officeart/2005/8/layout/list1"/>
    <dgm:cxn modelId="{D40809F5-4022-4E95-94E3-365423E6DD2D}" type="presParOf" srcId="{A5325553-C878-4DA3-9699-5D4724162856}" destId="{CE24D459-5ECC-4AA5-A000-250B4396CBDE}" srcOrd="5" destOrd="0" presId="urn:microsoft.com/office/officeart/2005/8/layout/list1"/>
    <dgm:cxn modelId="{0D5A05D0-F424-49CD-96B6-6397CF7AB78B}" type="presParOf" srcId="{A5325553-C878-4DA3-9699-5D4724162856}" destId="{9E77091E-BD74-4BA8-9BA2-EF80E5783372}" srcOrd="6" destOrd="0" presId="urn:microsoft.com/office/officeart/2005/8/layout/list1"/>
    <dgm:cxn modelId="{DDE584DB-ED29-428A-A2B8-233F9CE89E74}" type="presParOf" srcId="{A5325553-C878-4DA3-9699-5D4724162856}" destId="{1D9622A8-F199-4571-98EB-1A67E5084133}" srcOrd="7" destOrd="0" presId="urn:microsoft.com/office/officeart/2005/8/layout/list1"/>
    <dgm:cxn modelId="{226B7A6E-36C8-4B85-8F22-8135F458EA24}" type="presParOf" srcId="{A5325553-C878-4DA3-9699-5D4724162856}" destId="{050530C1-F6A2-4842-BC22-44EADE97FF2E}" srcOrd="8" destOrd="0" presId="urn:microsoft.com/office/officeart/2005/8/layout/list1"/>
    <dgm:cxn modelId="{35E9D055-FC80-4CA8-9E8C-BA571A7D4EE7}" type="presParOf" srcId="{050530C1-F6A2-4842-BC22-44EADE97FF2E}" destId="{D16ED7D0-E10E-436E-B12B-77C0D32F0D5B}" srcOrd="0" destOrd="0" presId="urn:microsoft.com/office/officeart/2005/8/layout/list1"/>
    <dgm:cxn modelId="{DDC296FB-40BB-403C-9804-ADB280BE6D29}" type="presParOf" srcId="{050530C1-F6A2-4842-BC22-44EADE97FF2E}" destId="{F45783FB-E67E-4BAB-B36C-D90641EABB08}" srcOrd="1" destOrd="0" presId="urn:microsoft.com/office/officeart/2005/8/layout/list1"/>
    <dgm:cxn modelId="{D3A3E2CD-5288-40A1-8E91-EFD306E80326}" type="presParOf" srcId="{A5325553-C878-4DA3-9699-5D4724162856}" destId="{AC38A1CC-A150-4385-902C-1524A14BFAF3}" srcOrd="9" destOrd="0" presId="urn:microsoft.com/office/officeart/2005/8/layout/list1"/>
    <dgm:cxn modelId="{D27856BD-913B-4489-A77E-1E38454D9064}" type="presParOf" srcId="{A5325553-C878-4DA3-9699-5D4724162856}" destId="{0F3FFB76-5624-41BC-9EC5-20448A6FFD7D}" srcOrd="10" destOrd="0" presId="urn:microsoft.com/office/officeart/2005/8/layout/list1"/>
    <dgm:cxn modelId="{839F1CDE-4059-4A63-8A34-33C4EAB29B28}" type="presParOf" srcId="{A5325553-C878-4DA3-9699-5D4724162856}" destId="{B2FF1C68-A351-404D-A501-01D8A5E069F9}" srcOrd="11" destOrd="0" presId="urn:microsoft.com/office/officeart/2005/8/layout/list1"/>
    <dgm:cxn modelId="{94E07A33-AEF7-479B-B147-D415FFFFE7C5}" type="presParOf" srcId="{A5325553-C878-4DA3-9699-5D4724162856}" destId="{CC2FB8FC-6DAC-49BE-95F9-280F4F9B0940}" srcOrd="12" destOrd="0" presId="urn:microsoft.com/office/officeart/2005/8/layout/list1"/>
    <dgm:cxn modelId="{97CE9FBE-9FF5-4CC3-AC73-C306DC736999}" type="presParOf" srcId="{CC2FB8FC-6DAC-49BE-95F9-280F4F9B0940}" destId="{2E25FFDC-C5FA-446C-BDD6-BB002F1FC94F}" srcOrd="0" destOrd="0" presId="urn:microsoft.com/office/officeart/2005/8/layout/list1"/>
    <dgm:cxn modelId="{FA7F43E4-4E08-45F6-9706-05252544E986}" type="presParOf" srcId="{CC2FB8FC-6DAC-49BE-95F9-280F4F9B0940}" destId="{EE6450A0-A0D0-4645-ABFD-663275545E0F}" srcOrd="1" destOrd="0" presId="urn:microsoft.com/office/officeart/2005/8/layout/list1"/>
    <dgm:cxn modelId="{ACD8DAA8-AA40-4FE8-B566-7D0EFB62AE61}" type="presParOf" srcId="{A5325553-C878-4DA3-9699-5D4724162856}" destId="{3BEC54A4-2518-4098-85AD-E08CAEFADB78}" srcOrd="13" destOrd="0" presId="urn:microsoft.com/office/officeart/2005/8/layout/list1"/>
    <dgm:cxn modelId="{80086A3E-5F0D-4313-8661-51F13573F6E1}" type="presParOf" srcId="{A5325553-C878-4DA3-9699-5D4724162856}" destId="{23738B6E-6B0F-4DD0-827D-5DB5BD1C6244}" srcOrd="14" destOrd="0" presId="urn:microsoft.com/office/officeart/2005/8/layout/list1"/>
    <dgm:cxn modelId="{BF98C3F1-3E41-4DA1-8BA2-A81EFCFA005C}" type="presParOf" srcId="{A5325553-C878-4DA3-9699-5D4724162856}" destId="{E0ECF94F-7B33-4674-92B2-FE864E6A924A}" srcOrd="15" destOrd="0" presId="urn:microsoft.com/office/officeart/2005/8/layout/list1"/>
    <dgm:cxn modelId="{3AFCDF16-889D-423E-AB7A-86E26520BE5D}" type="presParOf" srcId="{A5325553-C878-4DA3-9699-5D4724162856}" destId="{CBD6FE40-28D0-4334-BD22-1A215213982C}" srcOrd="16" destOrd="0" presId="urn:microsoft.com/office/officeart/2005/8/layout/list1"/>
    <dgm:cxn modelId="{2421C1B3-09AE-4AF2-8E0F-2DB60EDA47EE}" type="presParOf" srcId="{CBD6FE40-28D0-4334-BD22-1A215213982C}" destId="{0DEBB844-B0B5-47D4-B61A-99BD0CE6399D}" srcOrd="0" destOrd="0" presId="urn:microsoft.com/office/officeart/2005/8/layout/list1"/>
    <dgm:cxn modelId="{6494DFC2-6F15-451D-B5DB-1659B0981F9B}" type="presParOf" srcId="{CBD6FE40-28D0-4334-BD22-1A215213982C}" destId="{DFA481AD-8787-49AE-BC20-38BF5F8F6338}" srcOrd="1" destOrd="0" presId="urn:microsoft.com/office/officeart/2005/8/layout/list1"/>
    <dgm:cxn modelId="{E6193FED-0262-43AA-B711-63334F5B84E1}" type="presParOf" srcId="{A5325553-C878-4DA3-9699-5D4724162856}" destId="{03057502-6B86-4601-B968-BECC03DA4079}" srcOrd="17" destOrd="0" presId="urn:microsoft.com/office/officeart/2005/8/layout/list1"/>
    <dgm:cxn modelId="{A16DFFC0-96B2-491F-89FB-17614184DDB2}" type="presParOf" srcId="{A5325553-C878-4DA3-9699-5D4724162856}" destId="{8F787389-009A-42E1-BE3F-826E73A5492C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817927-EA46-48EE-96D0-6233E0E62806}" type="doc">
      <dgm:prSet loTypeId="urn:microsoft.com/office/officeart/2005/8/layout/defaul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E6546F4-602E-43B1-99A8-E5FB3F683B81}">
      <dgm:prSet phldrT="[Text]" custT="1"/>
      <dgm:spPr/>
      <dgm:t>
        <a:bodyPr/>
        <a:lstStyle/>
        <a:p>
          <a:r>
            <a:rPr lang="en-US" sz="3600" dirty="0">
              <a:latin typeface="+mj-lt"/>
            </a:rPr>
            <a:t>Stores data in its native format</a:t>
          </a:r>
          <a:endParaRPr lang="en-IN" sz="3600" dirty="0">
            <a:latin typeface="+mj-lt"/>
          </a:endParaRPr>
        </a:p>
      </dgm:t>
    </dgm:pt>
    <dgm:pt modelId="{71F604E3-3312-42C8-ADCE-9BED92FF3D0F}" type="parTrans" cxnId="{1F9FDE79-888F-445D-99CB-5B8990BD8678}">
      <dgm:prSet/>
      <dgm:spPr/>
      <dgm:t>
        <a:bodyPr/>
        <a:lstStyle/>
        <a:p>
          <a:endParaRPr lang="en-IN" sz="3600">
            <a:latin typeface="+mj-lt"/>
          </a:endParaRPr>
        </a:p>
      </dgm:t>
    </dgm:pt>
    <dgm:pt modelId="{92CF1623-45A9-4CB1-A031-E4FFD8202046}" type="sibTrans" cxnId="{1F9FDE79-888F-445D-99CB-5B8990BD8678}">
      <dgm:prSet/>
      <dgm:spPr/>
      <dgm:t>
        <a:bodyPr/>
        <a:lstStyle/>
        <a:p>
          <a:endParaRPr lang="en-IN" sz="3600">
            <a:latin typeface="+mj-lt"/>
          </a:endParaRPr>
        </a:p>
      </dgm:t>
    </dgm:pt>
    <dgm:pt modelId="{DF1908C6-D70F-423B-847F-B8A88F059F96}">
      <dgm:prSet phldrT="[Text]" custT="1"/>
      <dgm:spPr/>
      <dgm:t>
        <a:bodyPr/>
        <a:lstStyle/>
        <a:p>
          <a:r>
            <a:rPr lang="en-US" sz="3600" dirty="0">
              <a:latin typeface="+mj-lt"/>
            </a:rPr>
            <a:t>Scalable</a:t>
          </a:r>
          <a:endParaRPr lang="en-IN" sz="3600" dirty="0">
            <a:latin typeface="+mj-lt"/>
          </a:endParaRPr>
        </a:p>
      </dgm:t>
    </dgm:pt>
    <dgm:pt modelId="{A417A2A4-31D9-4549-89D8-C96BAB32CC7A}" type="parTrans" cxnId="{7E4094FA-64CC-4AA3-9839-248A6A3B7A01}">
      <dgm:prSet/>
      <dgm:spPr/>
      <dgm:t>
        <a:bodyPr/>
        <a:lstStyle/>
        <a:p>
          <a:endParaRPr lang="en-IN" sz="3600">
            <a:latin typeface="+mj-lt"/>
          </a:endParaRPr>
        </a:p>
      </dgm:t>
    </dgm:pt>
    <dgm:pt modelId="{B8C5C905-C38F-4D6D-BC5E-2C41AFDA365E}" type="sibTrans" cxnId="{7E4094FA-64CC-4AA3-9839-248A6A3B7A01}">
      <dgm:prSet/>
      <dgm:spPr/>
      <dgm:t>
        <a:bodyPr/>
        <a:lstStyle/>
        <a:p>
          <a:endParaRPr lang="en-IN" sz="3600">
            <a:latin typeface="+mj-lt"/>
          </a:endParaRPr>
        </a:p>
      </dgm:t>
    </dgm:pt>
    <dgm:pt modelId="{D4FB97DB-1822-4365-8230-091B5870372A}">
      <dgm:prSet phldrT="[Text]" custT="1"/>
      <dgm:spPr/>
      <dgm:t>
        <a:bodyPr/>
        <a:lstStyle/>
        <a:p>
          <a:r>
            <a:rPr lang="en-US" sz="3600" dirty="0">
              <a:latin typeface="+mj-lt"/>
            </a:rPr>
            <a:t>Cost-effective</a:t>
          </a:r>
          <a:endParaRPr lang="en-IN" sz="3600" dirty="0">
            <a:latin typeface="+mj-lt"/>
          </a:endParaRPr>
        </a:p>
      </dgm:t>
    </dgm:pt>
    <dgm:pt modelId="{F949E60C-89F8-419D-B493-0F79BADA6221}" type="parTrans" cxnId="{9F321D91-5A10-4728-9525-823E7CD6AC68}">
      <dgm:prSet/>
      <dgm:spPr/>
      <dgm:t>
        <a:bodyPr/>
        <a:lstStyle/>
        <a:p>
          <a:endParaRPr lang="en-IN" sz="3600">
            <a:latin typeface="+mj-lt"/>
          </a:endParaRPr>
        </a:p>
      </dgm:t>
    </dgm:pt>
    <dgm:pt modelId="{AE6EB52A-2F8C-4DF5-9D86-F49BB67C62B4}" type="sibTrans" cxnId="{9F321D91-5A10-4728-9525-823E7CD6AC68}">
      <dgm:prSet/>
      <dgm:spPr/>
      <dgm:t>
        <a:bodyPr/>
        <a:lstStyle/>
        <a:p>
          <a:endParaRPr lang="en-IN" sz="3600">
            <a:latin typeface="+mj-lt"/>
          </a:endParaRPr>
        </a:p>
      </dgm:t>
    </dgm:pt>
    <dgm:pt modelId="{EAA73C87-849A-455C-B8E8-8B17E01BB4D3}">
      <dgm:prSet phldrT="[Text]" custT="1"/>
      <dgm:spPr/>
      <dgm:t>
        <a:bodyPr/>
        <a:lstStyle/>
        <a:p>
          <a:r>
            <a:rPr lang="en-US" sz="3600" dirty="0">
              <a:latin typeface="+mj-lt"/>
            </a:rPr>
            <a:t>Fault tolerance</a:t>
          </a:r>
          <a:endParaRPr lang="en-IN" sz="3600" dirty="0">
            <a:latin typeface="+mj-lt"/>
          </a:endParaRPr>
        </a:p>
      </dgm:t>
    </dgm:pt>
    <dgm:pt modelId="{3D0779C2-0183-492A-A0F0-6B84FA42AA30}" type="parTrans" cxnId="{59E3342C-FF9E-42FF-A35A-8073D1C2DBE0}">
      <dgm:prSet/>
      <dgm:spPr/>
      <dgm:t>
        <a:bodyPr/>
        <a:lstStyle/>
        <a:p>
          <a:endParaRPr lang="en-IN" sz="3600">
            <a:latin typeface="+mj-lt"/>
          </a:endParaRPr>
        </a:p>
      </dgm:t>
    </dgm:pt>
    <dgm:pt modelId="{9FFF6747-366D-41CD-96C7-30C316FEE5BA}" type="sibTrans" cxnId="{59E3342C-FF9E-42FF-A35A-8073D1C2DBE0}">
      <dgm:prSet/>
      <dgm:spPr/>
      <dgm:t>
        <a:bodyPr/>
        <a:lstStyle/>
        <a:p>
          <a:endParaRPr lang="en-IN" sz="3600">
            <a:latin typeface="+mj-lt"/>
          </a:endParaRPr>
        </a:p>
      </dgm:t>
    </dgm:pt>
    <dgm:pt modelId="{5CA05A6F-DC49-485A-B454-31E54DC5E0AF}">
      <dgm:prSet phldrT="[Text]" custT="1"/>
      <dgm:spPr/>
      <dgm:t>
        <a:bodyPr/>
        <a:lstStyle/>
        <a:p>
          <a:r>
            <a:rPr lang="en-US" sz="3600" dirty="0">
              <a:latin typeface="+mj-lt"/>
            </a:rPr>
            <a:t>Flexibility</a:t>
          </a:r>
          <a:endParaRPr lang="en-IN" sz="3600" dirty="0">
            <a:latin typeface="+mj-lt"/>
          </a:endParaRPr>
        </a:p>
      </dgm:t>
    </dgm:pt>
    <dgm:pt modelId="{33C75606-BBE1-4B8D-B609-4E4FE8C9F25A}" type="parTrans" cxnId="{2D6915ED-2A6F-49C7-94C1-EF5E6E37E641}">
      <dgm:prSet/>
      <dgm:spPr/>
      <dgm:t>
        <a:bodyPr/>
        <a:lstStyle/>
        <a:p>
          <a:endParaRPr lang="en-IN" sz="3600">
            <a:latin typeface="+mj-lt"/>
          </a:endParaRPr>
        </a:p>
      </dgm:t>
    </dgm:pt>
    <dgm:pt modelId="{D5935FE2-C86E-440A-835F-91F84879528B}" type="sibTrans" cxnId="{2D6915ED-2A6F-49C7-94C1-EF5E6E37E641}">
      <dgm:prSet/>
      <dgm:spPr/>
      <dgm:t>
        <a:bodyPr/>
        <a:lstStyle/>
        <a:p>
          <a:endParaRPr lang="en-IN" sz="3600">
            <a:latin typeface="+mj-lt"/>
          </a:endParaRPr>
        </a:p>
      </dgm:t>
    </dgm:pt>
    <dgm:pt modelId="{9943D599-D983-4D00-93F4-EEC421C9E8A6}">
      <dgm:prSet phldrT="[Text]" custT="1"/>
      <dgm:spPr/>
      <dgm:t>
        <a:bodyPr/>
        <a:lstStyle/>
        <a:p>
          <a:r>
            <a:rPr lang="en-US" sz="3600" dirty="0">
              <a:latin typeface="+mj-lt"/>
            </a:rPr>
            <a:t>Code-to-data paradigm</a:t>
          </a:r>
          <a:endParaRPr lang="en-IN" sz="3600" dirty="0">
            <a:latin typeface="+mj-lt"/>
          </a:endParaRPr>
        </a:p>
      </dgm:t>
    </dgm:pt>
    <dgm:pt modelId="{BDC5525E-BB80-4025-B6F8-9558B9B2E43D}" type="parTrans" cxnId="{4532E0C7-11CF-4C79-8DBE-2E343E6EA0BA}">
      <dgm:prSet/>
      <dgm:spPr/>
      <dgm:t>
        <a:bodyPr/>
        <a:lstStyle/>
        <a:p>
          <a:endParaRPr lang="en-IN" sz="3600">
            <a:latin typeface="+mj-lt"/>
          </a:endParaRPr>
        </a:p>
      </dgm:t>
    </dgm:pt>
    <dgm:pt modelId="{2FD57C19-8E04-47D9-8534-0C8D3464EF30}" type="sibTrans" cxnId="{4532E0C7-11CF-4C79-8DBE-2E343E6EA0BA}">
      <dgm:prSet/>
      <dgm:spPr/>
      <dgm:t>
        <a:bodyPr/>
        <a:lstStyle/>
        <a:p>
          <a:endParaRPr lang="en-IN" sz="3600">
            <a:latin typeface="+mj-lt"/>
          </a:endParaRPr>
        </a:p>
      </dgm:t>
    </dgm:pt>
    <dgm:pt modelId="{D231AA0C-79A7-4BCA-90D9-E0ABEFC4EB30}" type="pres">
      <dgm:prSet presAssocID="{75817927-EA46-48EE-96D0-6233E0E62806}" presName="diagram" presStyleCnt="0">
        <dgm:presLayoutVars>
          <dgm:dir/>
          <dgm:resizeHandles val="exact"/>
        </dgm:presLayoutVars>
      </dgm:prSet>
      <dgm:spPr/>
    </dgm:pt>
    <dgm:pt modelId="{89026636-0AD8-4815-B167-B73D90A64890}" type="pres">
      <dgm:prSet presAssocID="{3E6546F4-602E-43B1-99A8-E5FB3F683B81}" presName="node" presStyleLbl="node1" presStyleIdx="0" presStyleCnt="6">
        <dgm:presLayoutVars>
          <dgm:bulletEnabled val="1"/>
        </dgm:presLayoutVars>
      </dgm:prSet>
      <dgm:spPr/>
    </dgm:pt>
    <dgm:pt modelId="{5FE37075-7059-4D95-8A2F-CD7A58D9F472}" type="pres">
      <dgm:prSet presAssocID="{92CF1623-45A9-4CB1-A031-E4FFD8202046}" presName="sibTrans" presStyleCnt="0"/>
      <dgm:spPr/>
    </dgm:pt>
    <dgm:pt modelId="{0E539E4D-09A2-402F-8066-47578BC08A24}" type="pres">
      <dgm:prSet presAssocID="{DF1908C6-D70F-423B-847F-B8A88F059F96}" presName="node" presStyleLbl="node1" presStyleIdx="1" presStyleCnt="6">
        <dgm:presLayoutVars>
          <dgm:bulletEnabled val="1"/>
        </dgm:presLayoutVars>
      </dgm:prSet>
      <dgm:spPr/>
    </dgm:pt>
    <dgm:pt modelId="{9053D60B-9497-4468-9B4C-2B3328853416}" type="pres">
      <dgm:prSet presAssocID="{B8C5C905-C38F-4D6D-BC5E-2C41AFDA365E}" presName="sibTrans" presStyleCnt="0"/>
      <dgm:spPr/>
    </dgm:pt>
    <dgm:pt modelId="{32DDD432-A36F-4233-9A1C-E707A9257E58}" type="pres">
      <dgm:prSet presAssocID="{D4FB97DB-1822-4365-8230-091B5870372A}" presName="node" presStyleLbl="node1" presStyleIdx="2" presStyleCnt="6">
        <dgm:presLayoutVars>
          <dgm:bulletEnabled val="1"/>
        </dgm:presLayoutVars>
      </dgm:prSet>
      <dgm:spPr/>
    </dgm:pt>
    <dgm:pt modelId="{9627F43A-DEEB-47EF-9C6D-A109E7A56429}" type="pres">
      <dgm:prSet presAssocID="{AE6EB52A-2F8C-4DF5-9D86-F49BB67C62B4}" presName="sibTrans" presStyleCnt="0"/>
      <dgm:spPr/>
    </dgm:pt>
    <dgm:pt modelId="{18CAD9E6-3519-44F3-85E2-E152A3690A37}" type="pres">
      <dgm:prSet presAssocID="{EAA73C87-849A-455C-B8E8-8B17E01BB4D3}" presName="node" presStyleLbl="node1" presStyleIdx="3" presStyleCnt="6">
        <dgm:presLayoutVars>
          <dgm:bulletEnabled val="1"/>
        </dgm:presLayoutVars>
      </dgm:prSet>
      <dgm:spPr/>
    </dgm:pt>
    <dgm:pt modelId="{75B04298-E8F3-4409-AD43-F8BD9B63CACA}" type="pres">
      <dgm:prSet presAssocID="{9FFF6747-366D-41CD-96C7-30C316FEE5BA}" presName="sibTrans" presStyleCnt="0"/>
      <dgm:spPr/>
    </dgm:pt>
    <dgm:pt modelId="{9AC446C7-F5D0-43AF-A02C-E1E5598C944F}" type="pres">
      <dgm:prSet presAssocID="{5CA05A6F-DC49-485A-B454-31E54DC5E0AF}" presName="node" presStyleLbl="node1" presStyleIdx="4" presStyleCnt="6">
        <dgm:presLayoutVars>
          <dgm:bulletEnabled val="1"/>
        </dgm:presLayoutVars>
      </dgm:prSet>
      <dgm:spPr/>
    </dgm:pt>
    <dgm:pt modelId="{7D15926F-09F8-4F49-8301-55DA4DDA0477}" type="pres">
      <dgm:prSet presAssocID="{D5935FE2-C86E-440A-835F-91F84879528B}" presName="sibTrans" presStyleCnt="0"/>
      <dgm:spPr/>
    </dgm:pt>
    <dgm:pt modelId="{1AC5CD6F-8442-46F5-AED6-D6E85BA197EE}" type="pres">
      <dgm:prSet presAssocID="{9943D599-D983-4D00-93F4-EEC421C9E8A6}" presName="node" presStyleLbl="node1" presStyleIdx="5" presStyleCnt="6">
        <dgm:presLayoutVars>
          <dgm:bulletEnabled val="1"/>
        </dgm:presLayoutVars>
      </dgm:prSet>
      <dgm:spPr/>
    </dgm:pt>
  </dgm:ptLst>
  <dgm:cxnLst>
    <dgm:cxn modelId="{AEC50F1B-50EE-4A25-88A7-B23D6F2E23CC}" type="presOf" srcId="{EAA73C87-849A-455C-B8E8-8B17E01BB4D3}" destId="{18CAD9E6-3519-44F3-85E2-E152A3690A37}" srcOrd="0" destOrd="0" presId="urn:microsoft.com/office/officeart/2005/8/layout/default"/>
    <dgm:cxn modelId="{59E3342C-FF9E-42FF-A35A-8073D1C2DBE0}" srcId="{75817927-EA46-48EE-96D0-6233E0E62806}" destId="{EAA73C87-849A-455C-B8E8-8B17E01BB4D3}" srcOrd="3" destOrd="0" parTransId="{3D0779C2-0183-492A-A0F0-6B84FA42AA30}" sibTransId="{9FFF6747-366D-41CD-96C7-30C316FEE5BA}"/>
    <dgm:cxn modelId="{4590FA50-A3E1-45E2-9353-D137A5D2601E}" type="presOf" srcId="{3E6546F4-602E-43B1-99A8-E5FB3F683B81}" destId="{89026636-0AD8-4815-B167-B73D90A64890}" srcOrd="0" destOrd="0" presId="urn:microsoft.com/office/officeart/2005/8/layout/default"/>
    <dgm:cxn modelId="{1F9FDE79-888F-445D-99CB-5B8990BD8678}" srcId="{75817927-EA46-48EE-96D0-6233E0E62806}" destId="{3E6546F4-602E-43B1-99A8-E5FB3F683B81}" srcOrd="0" destOrd="0" parTransId="{71F604E3-3312-42C8-ADCE-9BED92FF3D0F}" sibTransId="{92CF1623-45A9-4CB1-A031-E4FFD8202046}"/>
    <dgm:cxn modelId="{4693AE87-6786-47DA-A3CB-BA1DB7650303}" type="presOf" srcId="{D4FB97DB-1822-4365-8230-091B5870372A}" destId="{32DDD432-A36F-4233-9A1C-E707A9257E58}" srcOrd="0" destOrd="0" presId="urn:microsoft.com/office/officeart/2005/8/layout/default"/>
    <dgm:cxn modelId="{9F321D91-5A10-4728-9525-823E7CD6AC68}" srcId="{75817927-EA46-48EE-96D0-6233E0E62806}" destId="{D4FB97DB-1822-4365-8230-091B5870372A}" srcOrd="2" destOrd="0" parTransId="{F949E60C-89F8-419D-B493-0F79BADA6221}" sibTransId="{AE6EB52A-2F8C-4DF5-9D86-F49BB67C62B4}"/>
    <dgm:cxn modelId="{C4D349AF-FFCE-4D8C-A7C8-80F103E63EF7}" type="presOf" srcId="{75817927-EA46-48EE-96D0-6233E0E62806}" destId="{D231AA0C-79A7-4BCA-90D9-E0ABEFC4EB30}" srcOrd="0" destOrd="0" presId="urn:microsoft.com/office/officeart/2005/8/layout/default"/>
    <dgm:cxn modelId="{8360C6B2-D983-4240-BBDB-E8FD87A999C8}" type="presOf" srcId="{9943D599-D983-4D00-93F4-EEC421C9E8A6}" destId="{1AC5CD6F-8442-46F5-AED6-D6E85BA197EE}" srcOrd="0" destOrd="0" presId="urn:microsoft.com/office/officeart/2005/8/layout/default"/>
    <dgm:cxn modelId="{14760CB6-D22E-477B-87CC-0C8078A1C3C0}" type="presOf" srcId="{5CA05A6F-DC49-485A-B454-31E54DC5E0AF}" destId="{9AC446C7-F5D0-43AF-A02C-E1E5598C944F}" srcOrd="0" destOrd="0" presId="urn:microsoft.com/office/officeart/2005/8/layout/default"/>
    <dgm:cxn modelId="{60EB81C1-8980-49F4-B721-97D8FEF2ECAE}" type="presOf" srcId="{DF1908C6-D70F-423B-847F-B8A88F059F96}" destId="{0E539E4D-09A2-402F-8066-47578BC08A24}" srcOrd="0" destOrd="0" presId="urn:microsoft.com/office/officeart/2005/8/layout/default"/>
    <dgm:cxn modelId="{4532E0C7-11CF-4C79-8DBE-2E343E6EA0BA}" srcId="{75817927-EA46-48EE-96D0-6233E0E62806}" destId="{9943D599-D983-4D00-93F4-EEC421C9E8A6}" srcOrd="5" destOrd="0" parTransId="{BDC5525E-BB80-4025-B6F8-9558B9B2E43D}" sibTransId="{2FD57C19-8E04-47D9-8534-0C8D3464EF30}"/>
    <dgm:cxn modelId="{2D6915ED-2A6F-49C7-94C1-EF5E6E37E641}" srcId="{75817927-EA46-48EE-96D0-6233E0E62806}" destId="{5CA05A6F-DC49-485A-B454-31E54DC5E0AF}" srcOrd="4" destOrd="0" parTransId="{33C75606-BBE1-4B8D-B609-4E4FE8C9F25A}" sibTransId="{D5935FE2-C86E-440A-835F-91F84879528B}"/>
    <dgm:cxn modelId="{7E4094FA-64CC-4AA3-9839-248A6A3B7A01}" srcId="{75817927-EA46-48EE-96D0-6233E0E62806}" destId="{DF1908C6-D70F-423B-847F-B8A88F059F96}" srcOrd="1" destOrd="0" parTransId="{A417A2A4-31D9-4549-89D8-C96BAB32CC7A}" sibTransId="{B8C5C905-C38F-4D6D-BC5E-2C41AFDA365E}"/>
    <dgm:cxn modelId="{18D2FA93-9E81-4D11-8E68-E4AA53B13D54}" type="presParOf" srcId="{D231AA0C-79A7-4BCA-90D9-E0ABEFC4EB30}" destId="{89026636-0AD8-4815-B167-B73D90A64890}" srcOrd="0" destOrd="0" presId="urn:microsoft.com/office/officeart/2005/8/layout/default"/>
    <dgm:cxn modelId="{8F164849-1282-4084-9F07-98C0F5D7580C}" type="presParOf" srcId="{D231AA0C-79A7-4BCA-90D9-E0ABEFC4EB30}" destId="{5FE37075-7059-4D95-8A2F-CD7A58D9F472}" srcOrd="1" destOrd="0" presId="urn:microsoft.com/office/officeart/2005/8/layout/default"/>
    <dgm:cxn modelId="{E16AB7FC-A96D-4AE1-A9CA-6C6C7EF4D217}" type="presParOf" srcId="{D231AA0C-79A7-4BCA-90D9-E0ABEFC4EB30}" destId="{0E539E4D-09A2-402F-8066-47578BC08A24}" srcOrd="2" destOrd="0" presId="urn:microsoft.com/office/officeart/2005/8/layout/default"/>
    <dgm:cxn modelId="{5BADE3DE-85CA-475D-BEC1-F525BAF035F2}" type="presParOf" srcId="{D231AA0C-79A7-4BCA-90D9-E0ABEFC4EB30}" destId="{9053D60B-9497-4468-9B4C-2B3328853416}" srcOrd="3" destOrd="0" presId="urn:microsoft.com/office/officeart/2005/8/layout/default"/>
    <dgm:cxn modelId="{0E9A91BA-2687-432B-9BDB-F124C135CAD5}" type="presParOf" srcId="{D231AA0C-79A7-4BCA-90D9-E0ABEFC4EB30}" destId="{32DDD432-A36F-4233-9A1C-E707A9257E58}" srcOrd="4" destOrd="0" presId="urn:microsoft.com/office/officeart/2005/8/layout/default"/>
    <dgm:cxn modelId="{0B00CE51-3774-4672-898F-00ED88D4DA20}" type="presParOf" srcId="{D231AA0C-79A7-4BCA-90D9-E0ABEFC4EB30}" destId="{9627F43A-DEEB-47EF-9C6D-A109E7A56429}" srcOrd="5" destOrd="0" presId="urn:microsoft.com/office/officeart/2005/8/layout/default"/>
    <dgm:cxn modelId="{EA62D5B3-EFF0-4E70-8645-DC04E949A0CE}" type="presParOf" srcId="{D231AA0C-79A7-4BCA-90D9-E0ABEFC4EB30}" destId="{18CAD9E6-3519-44F3-85E2-E152A3690A37}" srcOrd="6" destOrd="0" presId="urn:microsoft.com/office/officeart/2005/8/layout/default"/>
    <dgm:cxn modelId="{483DA338-0F69-478B-9E98-0113B05AB0B6}" type="presParOf" srcId="{D231AA0C-79A7-4BCA-90D9-E0ABEFC4EB30}" destId="{75B04298-E8F3-4409-AD43-F8BD9B63CACA}" srcOrd="7" destOrd="0" presId="urn:microsoft.com/office/officeart/2005/8/layout/default"/>
    <dgm:cxn modelId="{B433BD61-B8C1-46C6-9313-5E7954F7F002}" type="presParOf" srcId="{D231AA0C-79A7-4BCA-90D9-E0ABEFC4EB30}" destId="{9AC446C7-F5D0-43AF-A02C-E1E5598C944F}" srcOrd="8" destOrd="0" presId="urn:microsoft.com/office/officeart/2005/8/layout/default"/>
    <dgm:cxn modelId="{2F5C9A34-1FDA-4406-B079-62398571975C}" type="presParOf" srcId="{D231AA0C-79A7-4BCA-90D9-E0ABEFC4EB30}" destId="{7D15926F-09F8-4F49-8301-55DA4DDA0477}" srcOrd="9" destOrd="0" presId="urn:microsoft.com/office/officeart/2005/8/layout/default"/>
    <dgm:cxn modelId="{23E2C49C-F362-4CD4-A36F-A8DDCEF14BE5}" type="presParOf" srcId="{D231AA0C-79A7-4BCA-90D9-E0ABEFC4EB30}" destId="{1AC5CD6F-8442-46F5-AED6-D6E85BA197E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4BA1D0B-D5BE-476F-909E-F4E7697F0258}" type="doc">
      <dgm:prSet loTypeId="urn:diagrams.loki3.com/BracketLis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AA567B0-4880-4DD4-A139-B5B27DC8F38E}">
      <dgm:prSet phldrT="[Text]" custT="1"/>
      <dgm:spPr/>
      <dgm:t>
        <a:bodyPr/>
        <a:lstStyle/>
        <a:p>
          <a:pPr algn="ctr"/>
          <a:r>
            <a:rPr lang="en-US" sz="2800" dirty="0">
              <a:latin typeface="+mj-lt"/>
            </a:rPr>
            <a:t>Storage</a:t>
          </a:r>
          <a:endParaRPr lang="en-IN" sz="2800" dirty="0">
            <a:latin typeface="+mj-lt"/>
          </a:endParaRPr>
        </a:p>
      </dgm:t>
    </dgm:pt>
    <dgm:pt modelId="{1B591AB3-74DE-46F4-B763-7B9CA23BB3A2}" type="parTrans" cxnId="{89732158-5452-473C-B50D-0242FE3D54EB}">
      <dgm:prSet/>
      <dgm:spPr/>
      <dgm:t>
        <a:bodyPr/>
        <a:lstStyle/>
        <a:p>
          <a:pPr algn="ctr"/>
          <a:endParaRPr lang="en-IN" sz="2000">
            <a:latin typeface="+mj-lt"/>
          </a:endParaRPr>
        </a:p>
      </dgm:t>
    </dgm:pt>
    <dgm:pt modelId="{BA159B35-84DF-4406-8431-F409669DFC5C}" type="sibTrans" cxnId="{89732158-5452-473C-B50D-0242FE3D54EB}">
      <dgm:prSet/>
      <dgm:spPr/>
      <dgm:t>
        <a:bodyPr/>
        <a:lstStyle/>
        <a:p>
          <a:pPr algn="ctr"/>
          <a:endParaRPr lang="en-IN" sz="2000">
            <a:latin typeface="+mj-lt"/>
          </a:endParaRPr>
        </a:p>
      </dgm:t>
    </dgm:pt>
    <dgm:pt modelId="{991CFCE7-7973-4204-BE3F-348BE31B3CC7}">
      <dgm:prSet phldrT="[Text]" custT="1"/>
      <dgm:spPr/>
      <dgm:t>
        <a:bodyPr/>
        <a:lstStyle/>
        <a:p>
          <a:pPr algn="ctr">
            <a:buNone/>
          </a:pPr>
          <a:r>
            <a:rPr lang="en-US" sz="2800" dirty="0">
              <a:latin typeface="+mj-lt"/>
            </a:rPr>
            <a:t>Hadoop Distributed File System</a:t>
          </a:r>
          <a:endParaRPr lang="en-IN" sz="2800" dirty="0">
            <a:latin typeface="+mj-lt"/>
          </a:endParaRPr>
        </a:p>
      </dgm:t>
    </dgm:pt>
    <dgm:pt modelId="{1509B8E0-4B53-441A-B0EB-A56AF4D2A969}" type="parTrans" cxnId="{29535DEF-8281-4492-A774-FD55BE851F77}">
      <dgm:prSet/>
      <dgm:spPr/>
      <dgm:t>
        <a:bodyPr/>
        <a:lstStyle/>
        <a:p>
          <a:pPr algn="ctr"/>
          <a:endParaRPr lang="en-IN" sz="2000">
            <a:latin typeface="+mj-lt"/>
          </a:endParaRPr>
        </a:p>
      </dgm:t>
    </dgm:pt>
    <dgm:pt modelId="{C4728E31-D79A-478C-91C8-BBD547171A92}" type="sibTrans" cxnId="{29535DEF-8281-4492-A774-FD55BE851F77}">
      <dgm:prSet/>
      <dgm:spPr/>
      <dgm:t>
        <a:bodyPr/>
        <a:lstStyle/>
        <a:p>
          <a:pPr algn="ctr"/>
          <a:endParaRPr lang="en-IN" sz="2000">
            <a:latin typeface="+mj-lt"/>
          </a:endParaRPr>
        </a:p>
      </dgm:t>
    </dgm:pt>
    <dgm:pt modelId="{647F887F-6C2A-4907-8B03-6E19330EA961}">
      <dgm:prSet phldrT="[Text]" custT="1"/>
      <dgm:spPr/>
      <dgm:t>
        <a:bodyPr/>
        <a:lstStyle/>
        <a:p>
          <a:pPr algn="ctr"/>
          <a:r>
            <a:rPr lang="en-US" sz="2800" dirty="0">
              <a:latin typeface="+mj-lt"/>
            </a:rPr>
            <a:t>Resource Management</a:t>
          </a:r>
          <a:endParaRPr lang="en-IN" sz="2800" dirty="0">
            <a:latin typeface="+mj-lt"/>
          </a:endParaRPr>
        </a:p>
      </dgm:t>
    </dgm:pt>
    <dgm:pt modelId="{C57D842C-01CB-4540-8927-E55A70DC91BF}" type="sibTrans" cxnId="{76AB0E69-86C1-43CF-879B-61CB25E29965}">
      <dgm:prSet/>
      <dgm:spPr/>
      <dgm:t>
        <a:bodyPr/>
        <a:lstStyle/>
        <a:p>
          <a:pPr algn="ctr"/>
          <a:endParaRPr lang="en-IN" sz="2000">
            <a:latin typeface="+mj-lt"/>
          </a:endParaRPr>
        </a:p>
      </dgm:t>
    </dgm:pt>
    <dgm:pt modelId="{D0362A80-B7D5-4D10-8D85-B9A285CE4E2D}" type="parTrans" cxnId="{76AB0E69-86C1-43CF-879B-61CB25E29965}">
      <dgm:prSet/>
      <dgm:spPr/>
      <dgm:t>
        <a:bodyPr/>
        <a:lstStyle/>
        <a:p>
          <a:pPr algn="ctr"/>
          <a:endParaRPr lang="en-IN" sz="2000">
            <a:latin typeface="+mj-lt"/>
          </a:endParaRPr>
        </a:p>
      </dgm:t>
    </dgm:pt>
    <dgm:pt modelId="{25BF3E73-B8DD-44E4-B454-204A75A70598}">
      <dgm:prSet phldrT="[Text]" custT="1"/>
      <dgm:spPr/>
      <dgm:t>
        <a:bodyPr/>
        <a:lstStyle/>
        <a:p>
          <a:pPr algn="ctr">
            <a:buNone/>
          </a:pPr>
          <a:r>
            <a:rPr lang="en-US" sz="2800" dirty="0">
              <a:latin typeface="+mj-lt"/>
            </a:rPr>
            <a:t>Yet Another Resource Negotiator</a:t>
          </a:r>
          <a:endParaRPr lang="en-IN" sz="2800" dirty="0">
            <a:latin typeface="+mj-lt"/>
          </a:endParaRPr>
        </a:p>
      </dgm:t>
    </dgm:pt>
    <dgm:pt modelId="{C29A5F63-E753-4F8C-B74D-F34AEAD439DC}" type="parTrans" cxnId="{ABDCAAA1-C903-43FC-8CB3-8E301534816B}">
      <dgm:prSet/>
      <dgm:spPr/>
      <dgm:t>
        <a:bodyPr/>
        <a:lstStyle/>
        <a:p>
          <a:endParaRPr lang="en-IN" sz="2000">
            <a:latin typeface="+mj-lt"/>
          </a:endParaRPr>
        </a:p>
      </dgm:t>
    </dgm:pt>
    <dgm:pt modelId="{2987AD68-CE89-42EA-90ED-ADA2AEB1BC2F}" type="sibTrans" cxnId="{ABDCAAA1-C903-43FC-8CB3-8E301534816B}">
      <dgm:prSet/>
      <dgm:spPr/>
      <dgm:t>
        <a:bodyPr/>
        <a:lstStyle/>
        <a:p>
          <a:endParaRPr lang="en-IN" sz="2000">
            <a:latin typeface="+mj-lt"/>
          </a:endParaRPr>
        </a:p>
      </dgm:t>
    </dgm:pt>
    <dgm:pt modelId="{4BF4F05B-81CB-4B6A-A6E6-DD2913496754}">
      <dgm:prSet phldrT="[Text]" custT="1"/>
      <dgm:spPr/>
      <dgm:t>
        <a:bodyPr/>
        <a:lstStyle/>
        <a:p>
          <a:pPr algn="ctr"/>
          <a:r>
            <a:rPr lang="en-US" sz="2800">
              <a:latin typeface="+mj-lt"/>
            </a:rPr>
            <a:t>Processing</a:t>
          </a:r>
          <a:endParaRPr lang="en-IN" sz="2800" dirty="0">
            <a:latin typeface="+mj-lt"/>
          </a:endParaRPr>
        </a:p>
      </dgm:t>
    </dgm:pt>
    <dgm:pt modelId="{1E3008DD-1FDA-499F-B924-BAC865FEF5D0}" type="parTrans" cxnId="{0EE26F07-02D9-4492-8BF7-8CE748E78767}">
      <dgm:prSet/>
      <dgm:spPr/>
      <dgm:t>
        <a:bodyPr/>
        <a:lstStyle/>
        <a:p>
          <a:endParaRPr lang="en-IN"/>
        </a:p>
      </dgm:t>
    </dgm:pt>
    <dgm:pt modelId="{71071755-F864-43C1-A9D9-95331D9E49C1}" type="sibTrans" cxnId="{0EE26F07-02D9-4492-8BF7-8CE748E78767}">
      <dgm:prSet/>
      <dgm:spPr/>
      <dgm:t>
        <a:bodyPr/>
        <a:lstStyle/>
        <a:p>
          <a:endParaRPr lang="en-IN"/>
        </a:p>
      </dgm:t>
    </dgm:pt>
    <dgm:pt modelId="{CDCF96CB-7F55-4B7F-BBA2-B185309649AD}">
      <dgm:prSet phldrT="[Text]" custT="1"/>
      <dgm:spPr/>
      <dgm:t>
        <a:bodyPr/>
        <a:lstStyle/>
        <a:p>
          <a:pPr algn="ctr">
            <a:buNone/>
          </a:pPr>
          <a:r>
            <a:rPr lang="en-US" sz="2800" dirty="0">
              <a:latin typeface="+mj-lt"/>
            </a:rPr>
            <a:t>MapReduce</a:t>
          </a:r>
          <a:endParaRPr lang="en-IN" sz="2800" dirty="0"/>
        </a:p>
      </dgm:t>
    </dgm:pt>
    <dgm:pt modelId="{6C71AE35-FBAD-4348-9445-8D4BE2BC1B4E}" type="parTrans" cxnId="{75C0555B-6CF6-481C-BFBA-229972127012}">
      <dgm:prSet/>
      <dgm:spPr/>
      <dgm:t>
        <a:bodyPr/>
        <a:lstStyle/>
        <a:p>
          <a:endParaRPr lang="en-IN"/>
        </a:p>
      </dgm:t>
    </dgm:pt>
    <dgm:pt modelId="{B1A6D284-E0F6-4EF4-9D97-600F6EBA4E04}" type="sibTrans" cxnId="{75C0555B-6CF6-481C-BFBA-229972127012}">
      <dgm:prSet/>
      <dgm:spPr/>
      <dgm:t>
        <a:bodyPr/>
        <a:lstStyle/>
        <a:p>
          <a:endParaRPr lang="en-IN"/>
        </a:p>
      </dgm:t>
    </dgm:pt>
    <dgm:pt modelId="{715324CD-F7AD-4A51-A1E4-CAA2D75CED5C}" type="pres">
      <dgm:prSet presAssocID="{A4BA1D0B-D5BE-476F-909E-F4E7697F0258}" presName="Name0" presStyleCnt="0">
        <dgm:presLayoutVars>
          <dgm:dir/>
          <dgm:animLvl val="lvl"/>
          <dgm:resizeHandles val="exact"/>
        </dgm:presLayoutVars>
      </dgm:prSet>
      <dgm:spPr/>
    </dgm:pt>
    <dgm:pt modelId="{786766AD-CB0B-4101-ABB0-873399F47B39}" type="pres">
      <dgm:prSet presAssocID="{BAA567B0-4880-4DD4-A139-B5B27DC8F38E}" presName="linNode" presStyleCnt="0"/>
      <dgm:spPr/>
    </dgm:pt>
    <dgm:pt modelId="{475AEA6F-DD0F-4FBE-A9C7-CCD39ED6651A}" type="pres">
      <dgm:prSet presAssocID="{BAA567B0-4880-4DD4-A139-B5B27DC8F38E}" presName="parTx" presStyleLbl="revTx" presStyleIdx="0" presStyleCnt="3">
        <dgm:presLayoutVars>
          <dgm:chMax val="1"/>
          <dgm:bulletEnabled val="1"/>
        </dgm:presLayoutVars>
      </dgm:prSet>
      <dgm:spPr/>
    </dgm:pt>
    <dgm:pt modelId="{7D9AAB43-56C2-4472-9E1B-9DA363844963}" type="pres">
      <dgm:prSet presAssocID="{BAA567B0-4880-4DD4-A139-B5B27DC8F38E}" presName="bracket" presStyleLbl="parChTrans1D1" presStyleIdx="0" presStyleCnt="3"/>
      <dgm:spPr/>
    </dgm:pt>
    <dgm:pt modelId="{75F5B023-1C47-4407-AE59-F7DD42087A22}" type="pres">
      <dgm:prSet presAssocID="{BAA567B0-4880-4DD4-A139-B5B27DC8F38E}" presName="spH" presStyleCnt="0"/>
      <dgm:spPr/>
    </dgm:pt>
    <dgm:pt modelId="{D761EF63-40FD-46A5-BFD6-785E5C645C08}" type="pres">
      <dgm:prSet presAssocID="{BAA567B0-4880-4DD4-A139-B5B27DC8F38E}" presName="desTx" presStyleLbl="node1" presStyleIdx="0" presStyleCnt="3">
        <dgm:presLayoutVars>
          <dgm:bulletEnabled val="1"/>
        </dgm:presLayoutVars>
      </dgm:prSet>
      <dgm:spPr/>
    </dgm:pt>
    <dgm:pt modelId="{DFB793B4-BAF9-47A5-A2BC-543F7FF4B268}" type="pres">
      <dgm:prSet presAssocID="{BA159B35-84DF-4406-8431-F409669DFC5C}" presName="spV" presStyleCnt="0"/>
      <dgm:spPr/>
    </dgm:pt>
    <dgm:pt modelId="{4A88BF0C-69E1-4BD0-9BA3-AC0483CF4497}" type="pres">
      <dgm:prSet presAssocID="{647F887F-6C2A-4907-8B03-6E19330EA961}" presName="linNode" presStyleCnt="0"/>
      <dgm:spPr/>
    </dgm:pt>
    <dgm:pt modelId="{7861621F-CEA2-4DE4-905E-3537086E0326}" type="pres">
      <dgm:prSet presAssocID="{647F887F-6C2A-4907-8B03-6E19330EA961}" presName="parTx" presStyleLbl="revTx" presStyleIdx="1" presStyleCnt="3">
        <dgm:presLayoutVars>
          <dgm:chMax val="1"/>
          <dgm:bulletEnabled val="1"/>
        </dgm:presLayoutVars>
      </dgm:prSet>
      <dgm:spPr/>
    </dgm:pt>
    <dgm:pt modelId="{3FC7D2CC-A570-4E17-9020-AFCCF3EA2F3F}" type="pres">
      <dgm:prSet presAssocID="{647F887F-6C2A-4907-8B03-6E19330EA961}" presName="bracket" presStyleLbl="parChTrans1D1" presStyleIdx="1" presStyleCnt="3"/>
      <dgm:spPr/>
    </dgm:pt>
    <dgm:pt modelId="{2486E794-0539-49D0-B521-B0C4A13717BB}" type="pres">
      <dgm:prSet presAssocID="{647F887F-6C2A-4907-8B03-6E19330EA961}" presName="spH" presStyleCnt="0"/>
      <dgm:spPr/>
    </dgm:pt>
    <dgm:pt modelId="{27E23563-F4F4-41FF-AF4A-1890C3ACF58B}" type="pres">
      <dgm:prSet presAssocID="{647F887F-6C2A-4907-8B03-6E19330EA961}" presName="desTx" presStyleLbl="node1" presStyleIdx="1" presStyleCnt="3">
        <dgm:presLayoutVars>
          <dgm:bulletEnabled val="1"/>
        </dgm:presLayoutVars>
      </dgm:prSet>
      <dgm:spPr/>
    </dgm:pt>
    <dgm:pt modelId="{80CD528C-05F1-4831-95D6-0C795DFE09E1}" type="pres">
      <dgm:prSet presAssocID="{C57D842C-01CB-4540-8927-E55A70DC91BF}" presName="spV" presStyleCnt="0"/>
      <dgm:spPr/>
    </dgm:pt>
    <dgm:pt modelId="{8E7E4B0E-9889-4BCE-AA4E-F03D2261F0A9}" type="pres">
      <dgm:prSet presAssocID="{4BF4F05B-81CB-4B6A-A6E6-DD2913496754}" presName="linNode" presStyleCnt="0"/>
      <dgm:spPr/>
    </dgm:pt>
    <dgm:pt modelId="{061151C8-3C13-46D7-A9E3-40716826777E}" type="pres">
      <dgm:prSet presAssocID="{4BF4F05B-81CB-4B6A-A6E6-DD2913496754}" presName="parTx" presStyleLbl="revTx" presStyleIdx="2" presStyleCnt="3">
        <dgm:presLayoutVars>
          <dgm:chMax val="1"/>
          <dgm:bulletEnabled val="1"/>
        </dgm:presLayoutVars>
      </dgm:prSet>
      <dgm:spPr/>
    </dgm:pt>
    <dgm:pt modelId="{37610EBD-37E6-4725-B249-65227BC444BC}" type="pres">
      <dgm:prSet presAssocID="{4BF4F05B-81CB-4B6A-A6E6-DD2913496754}" presName="bracket" presStyleLbl="parChTrans1D1" presStyleIdx="2" presStyleCnt="3"/>
      <dgm:spPr/>
    </dgm:pt>
    <dgm:pt modelId="{A45F95FB-B2DB-4C07-9C16-C1C510CE8E69}" type="pres">
      <dgm:prSet presAssocID="{4BF4F05B-81CB-4B6A-A6E6-DD2913496754}" presName="spH" presStyleCnt="0"/>
      <dgm:spPr/>
    </dgm:pt>
    <dgm:pt modelId="{0131E44E-48E6-4D15-9FC4-D6B878EAB666}" type="pres">
      <dgm:prSet presAssocID="{4BF4F05B-81CB-4B6A-A6E6-DD2913496754}" presName="desTx" presStyleLbl="node1" presStyleIdx="2" presStyleCnt="3">
        <dgm:presLayoutVars>
          <dgm:bulletEnabled val="1"/>
        </dgm:presLayoutVars>
      </dgm:prSet>
      <dgm:spPr/>
    </dgm:pt>
  </dgm:ptLst>
  <dgm:cxnLst>
    <dgm:cxn modelId="{0EE26F07-02D9-4492-8BF7-8CE748E78767}" srcId="{A4BA1D0B-D5BE-476F-909E-F4E7697F0258}" destId="{4BF4F05B-81CB-4B6A-A6E6-DD2913496754}" srcOrd="2" destOrd="0" parTransId="{1E3008DD-1FDA-499F-B924-BAC865FEF5D0}" sibTransId="{71071755-F864-43C1-A9D9-95331D9E49C1}"/>
    <dgm:cxn modelId="{AED36717-A0F0-4134-B4F2-3F9C469CC4A8}" type="presOf" srcId="{25BF3E73-B8DD-44E4-B454-204A75A70598}" destId="{27E23563-F4F4-41FF-AF4A-1890C3ACF58B}" srcOrd="0" destOrd="0" presId="urn:diagrams.loki3.com/BracketList"/>
    <dgm:cxn modelId="{75C0555B-6CF6-481C-BFBA-229972127012}" srcId="{4BF4F05B-81CB-4B6A-A6E6-DD2913496754}" destId="{CDCF96CB-7F55-4B7F-BBA2-B185309649AD}" srcOrd="0" destOrd="0" parTransId="{6C71AE35-FBAD-4348-9445-8D4BE2BC1B4E}" sibTransId="{B1A6D284-E0F6-4EF4-9D97-600F6EBA4E04}"/>
    <dgm:cxn modelId="{76AB0E69-86C1-43CF-879B-61CB25E29965}" srcId="{A4BA1D0B-D5BE-476F-909E-F4E7697F0258}" destId="{647F887F-6C2A-4907-8B03-6E19330EA961}" srcOrd="1" destOrd="0" parTransId="{D0362A80-B7D5-4D10-8D85-B9A285CE4E2D}" sibTransId="{C57D842C-01CB-4540-8927-E55A70DC91BF}"/>
    <dgm:cxn modelId="{4AF12677-4865-44EB-8DE9-9B3CFA5BDDF9}" type="presOf" srcId="{4BF4F05B-81CB-4B6A-A6E6-DD2913496754}" destId="{061151C8-3C13-46D7-A9E3-40716826777E}" srcOrd="0" destOrd="0" presId="urn:diagrams.loki3.com/BracketList"/>
    <dgm:cxn modelId="{89732158-5452-473C-B50D-0242FE3D54EB}" srcId="{A4BA1D0B-D5BE-476F-909E-F4E7697F0258}" destId="{BAA567B0-4880-4DD4-A139-B5B27DC8F38E}" srcOrd="0" destOrd="0" parTransId="{1B591AB3-74DE-46F4-B763-7B9CA23BB3A2}" sibTransId="{BA159B35-84DF-4406-8431-F409669DFC5C}"/>
    <dgm:cxn modelId="{AEEF2684-BB47-4751-959E-ECDDBFC5416A}" type="presOf" srcId="{647F887F-6C2A-4907-8B03-6E19330EA961}" destId="{7861621F-CEA2-4DE4-905E-3537086E0326}" srcOrd="0" destOrd="0" presId="urn:diagrams.loki3.com/BracketList"/>
    <dgm:cxn modelId="{45DF9190-5118-484C-9834-59A708EE40A3}" type="presOf" srcId="{A4BA1D0B-D5BE-476F-909E-F4E7697F0258}" destId="{715324CD-F7AD-4A51-A1E4-CAA2D75CED5C}" srcOrd="0" destOrd="0" presId="urn:diagrams.loki3.com/BracketList"/>
    <dgm:cxn modelId="{5658EB96-3E27-4C68-9453-9B144369FEB6}" type="presOf" srcId="{991CFCE7-7973-4204-BE3F-348BE31B3CC7}" destId="{D761EF63-40FD-46A5-BFD6-785E5C645C08}" srcOrd="0" destOrd="0" presId="urn:diagrams.loki3.com/BracketList"/>
    <dgm:cxn modelId="{ABDCAAA1-C903-43FC-8CB3-8E301534816B}" srcId="{647F887F-6C2A-4907-8B03-6E19330EA961}" destId="{25BF3E73-B8DD-44E4-B454-204A75A70598}" srcOrd="0" destOrd="0" parTransId="{C29A5F63-E753-4F8C-B74D-F34AEAD439DC}" sibTransId="{2987AD68-CE89-42EA-90ED-ADA2AEB1BC2F}"/>
    <dgm:cxn modelId="{5CAA94B9-16FA-429E-90CF-BE325E862425}" type="presOf" srcId="{BAA567B0-4880-4DD4-A139-B5B27DC8F38E}" destId="{475AEA6F-DD0F-4FBE-A9C7-CCD39ED6651A}" srcOrd="0" destOrd="0" presId="urn:diagrams.loki3.com/BracketList"/>
    <dgm:cxn modelId="{29535DEF-8281-4492-A774-FD55BE851F77}" srcId="{BAA567B0-4880-4DD4-A139-B5B27DC8F38E}" destId="{991CFCE7-7973-4204-BE3F-348BE31B3CC7}" srcOrd="0" destOrd="0" parTransId="{1509B8E0-4B53-441A-B0EB-A56AF4D2A969}" sibTransId="{C4728E31-D79A-478C-91C8-BBD547171A92}"/>
    <dgm:cxn modelId="{8CDC35FA-179B-4F29-AC47-2A51D18BA3D0}" type="presOf" srcId="{CDCF96CB-7F55-4B7F-BBA2-B185309649AD}" destId="{0131E44E-48E6-4D15-9FC4-D6B878EAB666}" srcOrd="0" destOrd="0" presId="urn:diagrams.loki3.com/BracketList"/>
    <dgm:cxn modelId="{60D572F1-4F6B-4872-901C-3931441B3F1F}" type="presParOf" srcId="{715324CD-F7AD-4A51-A1E4-CAA2D75CED5C}" destId="{786766AD-CB0B-4101-ABB0-873399F47B39}" srcOrd="0" destOrd="0" presId="urn:diagrams.loki3.com/BracketList"/>
    <dgm:cxn modelId="{4BB7C57C-A272-4B5E-9208-69F28646DA60}" type="presParOf" srcId="{786766AD-CB0B-4101-ABB0-873399F47B39}" destId="{475AEA6F-DD0F-4FBE-A9C7-CCD39ED6651A}" srcOrd="0" destOrd="0" presId="urn:diagrams.loki3.com/BracketList"/>
    <dgm:cxn modelId="{9849A34D-D8C3-489E-B78B-229B3BE9D99C}" type="presParOf" srcId="{786766AD-CB0B-4101-ABB0-873399F47B39}" destId="{7D9AAB43-56C2-4472-9E1B-9DA363844963}" srcOrd="1" destOrd="0" presId="urn:diagrams.loki3.com/BracketList"/>
    <dgm:cxn modelId="{DE72B9DB-39BB-4E0C-B5B2-7E114960EAE3}" type="presParOf" srcId="{786766AD-CB0B-4101-ABB0-873399F47B39}" destId="{75F5B023-1C47-4407-AE59-F7DD42087A22}" srcOrd="2" destOrd="0" presId="urn:diagrams.loki3.com/BracketList"/>
    <dgm:cxn modelId="{750823C6-8E1A-4195-840E-45755D8BCCA1}" type="presParOf" srcId="{786766AD-CB0B-4101-ABB0-873399F47B39}" destId="{D761EF63-40FD-46A5-BFD6-785E5C645C08}" srcOrd="3" destOrd="0" presId="urn:diagrams.loki3.com/BracketList"/>
    <dgm:cxn modelId="{A3EBB37A-8784-4CBF-BD44-3B5376E379D0}" type="presParOf" srcId="{715324CD-F7AD-4A51-A1E4-CAA2D75CED5C}" destId="{DFB793B4-BAF9-47A5-A2BC-543F7FF4B268}" srcOrd="1" destOrd="0" presId="urn:diagrams.loki3.com/BracketList"/>
    <dgm:cxn modelId="{6DAF1DB5-A201-49CA-8DDC-E3E32410CE28}" type="presParOf" srcId="{715324CD-F7AD-4A51-A1E4-CAA2D75CED5C}" destId="{4A88BF0C-69E1-4BD0-9BA3-AC0483CF4497}" srcOrd="2" destOrd="0" presId="urn:diagrams.loki3.com/BracketList"/>
    <dgm:cxn modelId="{868ED0BD-6E58-4AA6-B00A-A5F1025E0C98}" type="presParOf" srcId="{4A88BF0C-69E1-4BD0-9BA3-AC0483CF4497}" destId="{7861621F-CEA2-4DE4-905E-3537086E0326}" srcOrd="0" destOrd="0" presId="urn:diagrams.loki3.com/BracketList"/>
    <dgm:cxn modelId="{7BF00238-9B61-4544-8395-F2481B2DE633}" type="presParOf" srcId="{4A88BF0C-69E1-4BD0-9BA3-AC0483CF4497}" destId="{3FC7D2CC-A570-4E17-9020-AFCCF3EA2F3F}" srcOrd="1" destOrd="0" presId="urn:diagrams.loki3.com/BracketList"/>
    <dgm:cxn modelId="{6CBADCDC-2047-4919-A54B-5172A77FB38E}" type="presParOf" srcId="{4A88BF0C-69E1-4BD0-9BA3-AC0483CF4497}" destId="{2486E794-0539-49D0-B521-B0C4A13717BB}" srcOrd="2" destOrd="0" presId="urn:diagrams.loki3.com/BracketList"/>
    <dgm:cxn modelId="{15FAEA98-F76A-445A-9B38-7BBF7C6E387F}" type="presParOf" srcId="{4A88BF0C-69E1-4BD0-9BA3-AC0483CF4497}" destId="{27E23563-F4F4-41FF-AF4A-1890C3ACF58B}" srcOrd="3" destOrd="0" presId="urn:diagrams.loki3.com/BracketList"/>
    <dgm:cxn modelId="{D71442CA-4867-4198-9B16-1779EFEEE331}" type="presParOf" srcId="{715324CD-F7AD-4A51-A1E4-CAA2D75CED5C}" destId="{80CD528C-05F1-4831-95D6-0C795DFE09E1}" srcOrd="3" destOrd="0" presId="urn:diagrams.loki3.com/BracketList"/>
    <dgm:cxn modelId="{53AB03FC-A48A-4DB2-99D3-2AD64EE6E6E2}" type="presParOf" srcId="{715324CD-F7AD-4A51-A1E4-CAA2D75CED5C}" destId="{8E7E4B0E-9889-4BCE-AA4E-F03D2261F0A9}" srcOrd="4" destOrd="0" presId="urn:diagrams.loki3.com/BracketList"/>
    <dgm:cxn modelId="{F77796EB-1BCF-4332-AF48-059CF6C232C5}" type="presParOf" srcId="{8E7E4B0E-9889-4BCE-AA4E-F03D2261F0A9}" destId="{061151C8-3C13-46D7-A9E3-40716826777E}" srcOrd="0" destOrd="0" presId="urn:diagrams.loki3.com/BracketList"/>
    <dgm:cxn modelId="{8C8BB867-36CB-48E6-9989-AF971212AD00}" type="presParOf" srcId="{8E7E4B0E-9889-4BCE-AA4E-F03D2261F0A9}" destId="{37610EBD-37E6-4725-B249-65227BC444BC}" srcOrd="1" destOrd="0" presId="urn:diagrams.loki3.com/BracketList"/>
    <dgm:cxn modelId="{E132EC7F-C942-46AC-A028-A956F974698B}" type="presParOf" srcId="{8E7E4B0E-9889-4BCE-AA4E-F03D2261F0A9}" destId="{A45F95FB-B2DB-4C07-9C16-C1C510CE8E69}" srcOrd="2" destOrd="0" presId="urn:diagrams.loki3.com/BracketList"/>
    <dgm:cxn modelId="{6CEE106E-7CEA-4E71-BC28-638C0AE7E04F}" type="presParOf" srcId="{8E7E4B0E-9889-4BCE-AA4E-F03D2261F0A9}" destId="{0131E44E-48E6-4D15-9FC4-D6B878EAB666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8A72FE7-68CB-4D29-9D74-D7F27E8C4BEF}" type="doc">
      <dgm:prSet loTypeId="urn:diagrams.loki3.com/VaryingWidthList" loCatId="list" qsTypeId="urn:microsoft.com/office/officeart/2005/8/quickstyle/simple3" qsCatId="simple" csTypeId="urn:microsoft.com/office/officeart/2005/8/colors/accent1_2" csCatId="accent1" phldr="1"/>
      <dgm:spPr/>
    </dgm:pt>
    <dgm:pt modelId="{DB1B562D-696E-42B8-BA0D-236BDE199198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+mj-lt"/>
            </a:rPr>
            <a:t> Default data block size: 64M or 128M</a:t>
          </a:r>
          <a:endParaRPr lang="en-IN" dirty="0">
            <a:solidFill>
              <a:schemeClr val="tx1"/>
            </a:solidFill>
            <a:latin typeface="+mj-lt"/>
          </a:endParaRPr>
        </a:p>
      </dgm:t>
    </dgm:pt>
    <dgm:pt modelId="{BE82A289-5255-4FEF-85F9-D19D6455FBAA}" type="parTrans" cxnId="{E65E241F-6EFB-4137-AB89-E5CBA49BDADD}">
      <dgm:prSet/>
      <dgm:spPr/>
      <dgm:t>
        <a:bodyPr/>
        <a:lstStyle/>
        <a:p>
          <a:endParaRPr lang="en-IN">
            <a:solidFill>
              <a:schemeClr val="tx1"/>
            </a:solidFill>
            <a:latin typeface="+mj-lt"/>
          </a:endParaRPr>
        </a:p>
      </dgm:t>
    </dgm:pt>
    <dgm:pt modelId="{91E67EA1-9076-490B-880F-578A8DF9A57E}" type="sibTrans" cxnId="{E65E241F-6EFB-4137-AB89-E5CBA49BDADD}">
      <dgm:prSet/>
      <dgm:spPr/>
      <dgm:t>
        <a:bodyPr/>
        <a:lstStyle/>
        <a:p>
          <a:endParaRPr lang="en-IN">
            <a:solidFill>
              <a:schemeClr val="tx1"/>
            </a:solidFill>
            <a:latin typeface="+mj-lt"/>
          </a:endParaRPr>
        </a:p>
      </dgm:t>
    </dgm:pt>
    <dgm:pt modelId="{03E8568D-808B-4CF5-B4FF-199AAB7F2732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+mj-lt"/>
            </a:rPr>
            <a:t>Default</a:t>
          </a:r>
          <a:r>
            <a:rPr lang="en-US" baseline="0" dirty="0">
              <a:solidFill>
                <a:schemeClr val="tx1"/>
              </a:solidFill>
              <a:latin typeface="+mj-lt"/>
            </a:rPr>
            <a:t> replication factor: 3</a:t>
          </a:r>
          <a:endParaRPr lang="en-IN" dirty="0">
            <a:solidFill>
              <a:schemeClr val="tx1"/>
            </a:solidFill>
            <a:latin typeface="+mj-lt"/>
          </a:endParaRPr>
        </a:p>
      </dgm:t>
    </dgm:pt>
    <dgm:pt modelId="{68891093-5B8E-4A66-A95F-B103683A5A78}" type="parTrans" cxnId="{5F615B42-2829-48BB-8BA9-989C4BC607A6}">
      <dgm:prSet/>
      <dgm:spPr/>
      <dgm:t>
        <a:bodyPr/>
        <a:lstStyle/>
        <a:p>
          <a:endParaRPr lang="en-IN">
            <a:solidFill>
              <a:schemeClr val="tx1"/>
            </a:solidFill>
            <a:latin typeface="+mj-lt"/>
          </a:endParaRPr>
        </a:p>
      </dgm:t>
    </dgm:pt>
    <dgm:pt modelId="{A022CF6D-6DD0-4152-95CD-5302C641F9ED}" type="sibTrans" cxnId="{5F615B42-2829-48BB-8BA9-989C4BC607A6}">
      <dgm:prSet/>
      <dgm:spPr/>
      <dgm:t>
        <a:bodyPr/>
        <a:lstStyle/>
        <a:p>
          <a:endParaRPr lang="en-IN">
            <a:solidFill>
              <a:schemeClr val="tx1"/>
            </a:solidFill>
            <a:latin typeface="+mj-lt"/>
          </a:endParaRPr>
        </a:p>
      </dgm:t>
    </dgm:pt>
    <dgm:pt modelId="{03DF58F1-B27E-4542-A41E-AA18A1847F20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+mj-lt"/>
            </a:rPr>
            <a:t>Master-Slave architecture</a:t>
          </a:r>
          <a:endParaRPr lang="en-IN" dirty="0">
            <a:solidFill>
              <a:schemeClr val="tx1"/>
            </a:solidFill>
            <a:latin typeface="+mj-lt"/>
          </a:endParaRPr>
        </a:p>
      </dgm:t>
    </dgm:pt>
    <dgm:pt modelId="{2AFAC88E-27A7-4D3D-8AB9-F440958F241E}" type="parTrans" cxnId="{0E06304A-3624-40B6-8C27-A81C5500A8F2}">
      <dgm:prSet/>
      <dgm:spPr/>
      <dgm:t>
        <a:bodyPr/>
        <a:lstStyle/>
        <a:p>
          <a:endParaRPr lang="en-IN">
            <a:solidFill>
              <a:schemeClr val="tx1"/>
            </a:solidFill>
            <a:latin typeface="+mj-lt"/>
          </a:endParaRPr>
        </a:p>
      </dgm:t>
    </dgm:pt>
    <dgm:pt modelId="{F62EFB3F-8090-4BAD-A296-8100D4253C6E}" type="sibTrans" cxnId="{0E06304A-3624-40B6-8C27-A81C5500A8F2}">
      <dgm:prSet/>
      <dgm:spPr/>
      <dgm:t>
        <a:bodyPr/>
        <a:lstStyle/>
        <a:p>
          <a:endParaRPr lang="en-IN">
            <a:solidFill>
              <a:schemeClr val="tx1"/>
            </a:solidFill>
            <a:latin typeface="+mj-lt"/>
          </a:endParaRPr>
        </a:p>
      </dgm:t>
    </dgm:pt>
    <dgm:pt modelId="{DD7F0A6B-D6C2-46F4-946A-ECAF8D0BF6E3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+mj-lt"/>
            </a:rPr>
            <a:t>Sits on top of native file system</a:t>
          </a:r>
          <a:endParaRPr lang="en-IN" dirty="0">
            <a:latin typeface="+mj-lt"/>
          </a:endParaRPr>
        </a:p>
      </dgm:t>
    </dgm:pt>
    <dgm:pt modelId="{442ADC18-40F7-4658-BD8E-FC7A10CD71F0}" type="sibTrans" cxnId="{720B77A8-C5D0-402E-9650-CFEF8E73F346}">
      <dgm:prSet/>
      <dgm:spPr/>
      <dgm:t>
        <a:bodyPr/>
        <a:lstStyle/>
        <a:p>
          <a:endParaRPr lang="en-IN">
            <a:solidFill>
              <a:schemeClr val="tx1"/>
            </a:solidFill>
            <a:latin typeface="+mj-lt"/>
          </a:endParaRPr>
        </a:p>
      </dgm:t>
    </dgm:pt>
    <dgm:pt modelId="{0F9B7285-2C0C-465A-8EA2-1735886ED215}" type="parTrans" cxnId="{720B77A8-C5D0-402E-9650-CFEF8E73F346}">
      <dgm:prSet/>
      <dgm:spPr/>
      <dgm:t>
        <a:bodyPr/>
        <a:lstStyle/>
        <a:p>
          <a:endParaRPr lang="en-IN">
            <a:solidFill>
              <a:schemeClr val="tx1"/>
            </a:solidFill>
            <a:latin typeface="+mj-lt"/>
          </a:endParaRPr>
        </a:p>
      </dgm:t>
    </dgm:pt>
    <dgm:pt modelId="{1EF260E5-9B83-4912-A430-327AB362129D}">
      <dgm:prSet phldrT="[Text]"/>
      <dgm:spPr/>
      <dgm:t>
        <a:bodyPr/>
        <a:lstStyle/>
        <a:p>
          <a:r>
            <a:rPr lang="en-US" dirty="0">
              <a:latin typeface="+mj-lt"/>
            </a:rPr>
            <a:t>Breaks large files into smaller pieces - blocks</a:t>
          </a:r>
          <a:endParaRPr lang="en-IN" dirty="0">
            <a:solidFill>
              <a:schemeClr val="tx1"/>
            </a:solidFill>
            <a:latin typeface="+mj-lt"/>
          </a:endParaRPr>
        </a:p>
      </dgm:t>
    </dgm:pt>
    <dgm:pt modelId="{879BD4A2-3ADD-4369-81B3-34690F8F1C4F}" type="sibTrans" cxnId="{3D9200E9-AF25-498A-93C9-6A6E53253402}">
      <dgm:prSet/>
      <dgm:spPr/>
      <dgm:t>
        <a:bodyPr/>
        <a:lstStyle/>
        <a:p>
          <a:endParaRPr lang="en-IN">
            <a:solidFill>
              <a:schemeClr val="tx1"/>
            </a:solidFill>
            <a:latin typeface="+mj-lt"/>
          </a:endParaRPr>
        </a:p>
      </dgm:t>
    </dgm:pt>
    <dgm:pt modelId="{D3CE2D2C-1B8E-4FF1-B582-7AE3EA013763}" type="parTrans" cxnId="{3D9200E9-AF25-498A-93C9-6A6E53253402}">
      <dgm:prSet/>
      <dgm:spPr/>
      <dgm:t>
        <a:bodyPr/>
        <a:lstStyle/>
        <a:p>
          <a:endParaRPr lang="en-IN">
            <a:solidFill>
              <a:schemeClr val="tx1"/>
            </a:solidFill>
            <a:latin typeface="+mj-lt"/>
          </a:endParaRPr>
        </a:p>
      </dgm:t>
    </dgm:pt>
    <dgm:pt modelId="{AA23BE95-F85A-44E8-9723-D9AE6F41AF9F}" type="pres">
      <dgm:prSet presAssocID="{E8A72FE7-68CB-4D29-9D74-D7F27E8C4BEF}" presName="Name0" presStyleCnt="0">
        <dgm:presLayoutVars>
          <dgm:resizeHandles/>
        </dgm:presLayoutVars>
      </dgm:prSet>
      <dgm:spPr/>
    </dgm:pt>
    <dgm:pt modelId="{5DBCE3B7-048D-41CF-A317-5AB5411B5F73}" type="pres">
      <dgm:prSet presAssocID="{DD7F0A6B-D6C2-46F4-946A-ECAF8D0BF6E3}" presName="text" presStyleLbl="node1" presStyleIdx="0" presStyleCnt="5" custScaleX="1323439">
        <dgm:presLayoutVars>
          <dgm:bulletEnabled val="1"/>
        </dgm:presLayoutVars>
      </dgm:prSet>
      <dgm:spPr/>
    </dgm:pt>
    <dgm:pt modelId="{F1B58AF8-D84D-4C6D-BEB6-163726CE73FC}" type="pres">
      <dgm:prSet presAssocID="{442ADC18-40F7-4658-BD8E-FC7A10CD71F0}" presName="space" presStyleCnt="0"/>
      <dgm:spPr/>
    </dgm:pt>
    <dgm:pt modelId="{61B4C580-BE46-44B3-A4E2-7D5D02E52A49}" type="pres">
      <dgm:prSet presAssocID="{1EF260E5-9B83-4912-A430-327AB362129D}" presName="text" presStyleLbl="node1" presStyleIdx="1" presStyleCnt="5" custScaleX="1323439">
        <dgm:presLayoutVars>
          <dgm:bulletEnabled val="1"/>
        </dgm:presLayoutVars>
      </dgm:prSet>
      <dgm:spPr/>
    </dgm:pt>
    <dgm:pt modelId="{844376E7-68A4-4E80-889E-5AFC703CC0D8}" type="pres">
      <dgm:prSet presAssocID="{879BD4A2-3ADD-4369-81B3-34690F8F1C4F}" presName="space" presStyleCnt="0"/>
      <dgm:spPr/>
    </dgm:pt>
    <dgm:pt modelId="{91CA61FC-44F3-415F-8933-E5B576E505D1}" type="pres">
      <dgm:prSet presAssocID="{DB1B562D-696E-42B8-BA0D-236BDE199198}" presName="text" presStyleLbl="node1" presStyleIdx="2" presStyleCnt="5" custScaleX="1323439">
        <dgm:presLayoutVars>
          <dgm:bulletEnabled val="1"/>
        </dgm:presLayoutVars>
      </dgm:prSet>
      <dgm:spPr/>
    </dgm:pt>
    <dgm:pt modelId="{5C670819-EF4F-43AA-9CFC-017D43EA93F7}" type="pres">
      <dgm:prSet presAssocID="{91E67EA1-9076-490B-880F-578A8DF9A57E}" presName="space" presStyleCnt="0"/>
      <dgm:spPr/>
    </dgm:pt>
    <dgm:pt modelId="{C1EB81E0-7D08-4E8A-B29E-17E5CFB37AE3}" type="pres">
      <dgm:prSet presAssocID="{03E8568D-808B-4CF5-B4FF-199AAB7F2732}" presName="text" presStyleLbl="node1" presStyleIdx="3" presStyleCnt="5" custScaleX="1323439">
        <dgm:presLayoutVars>
          <dgm:bulletEnabled val="1"/>
        </dgm:presLayoutVars>
      </dgm:prSet>
      <dgm:spPr/>
    </dgm:pt>
    <dgm:pt modelId="{E1984B5A-DC2F-4788-BBDE-980F9CACF696}" type="pres">
      <dgm:prSet presAssocID="{A022CF6D-6DD0-4152-95CD-5302C641F9ED}" presName="space" presStyleCnt="0"/>
      <dgm:spPr/>
    </dgm:pt>
    <dgm:pt modelId="{10284C2D-A87A-4294-B713-164608A754B7}" type="pres">
      <dgm:prSet presAssocID="{03DF58F1-B27E-4542-A41E-AA18A1847F20}" presName="text" presStyleLbl="node1" presStyleIdx="4" presStyleCnt="5" custScaleX="1323439">
        <dgm:presLayoutVars>
          <dgm:bulletEnabled val="1"/>
        </dgm:presLayoutVars>
      </dgm:prSet>
      <dgm:spPr/>
    </dgm:pt>
  </dgm:ptLst>
  <dgm:cxnLst>
    <dgm:cxn modelId="{E65E241F-6EFB-4137-AB89-E5CBA49BDADD}" srcId="{E8A72FE7-68CB-4D29-9D74-D7F27E8C4BEF}" destId="{DB1B562D-696E-42B8-BA0D-236BDE199198}" srcOrd="2" destOrd="0" parTransId="{BE82A289-5255-4FEF-85F9-D19D6455FBAA}" sibTransId="{91E67EA1-9076-490B-880F-578A8DF9A57E}"/>
    <dgm:cxn modelId="{D93DE728-7B39-42C8-B21F-2346923E94E6}" type="presOf" srcId="{E8A72FE7-68CB-4D29-9D74-D7F27E8C4BEF}" destId="{AA23BE95-F85A-44E8-9723-D9AE6F41AF9F}" srcOrd="0" destOrd="0" presId="urn:diagrams.loki3.com/VaryingWidthList"/>
    <dgm:cxn modelId="{5F615B42-2829-48BB-8BA9-989C4BC607A6}" srcId="{E8A72FE7-68CB-4D29-9D74-D7F27E8C4BEF}" destId="{03E8568D-808B-4CF5-B4FF-199AAB7F2732}" srcOrd="3" destOrd="0" parTransId="{68891093-5B8E-4A66-A95F-B103683A5A78}" sibTransId="{A022CF6D-6DD0-4152-95CD-5302C641F9ED}"/>
    <dgm:cxn modelId="{0E06304A-3624-40B6-8C27-A81C5500A8F2}" srcId="{E8A72FE7-68CB-4D29-9D74-D7F27E8C4BEF}" destId="{03DF58F1-B27E-4542-A41E-AA18A1847F20}" srcOrd="4" destOrd="0" parTransId="{2AFAC88E-27A7-4D3D-8AB9-F440958F241E}" sibTransId="{F62EFB3F-8090-4BAD-A296-8100D4253C6E}"/>
    <dgm:cxn modelId="{1CB42255-773C-443D-A93D-F82899A03560}" type="presOf" srcId="{03DF58F1-B27E-4542-A41E-AA18A1847F20}" destId="{10284C2D-A87A-4294-B713-164608A754B7}" srcOrd="0" destOrd="0" presId="urn:diagrams.loki3.com/VaryingWidthList"/>
    <dgm:cxn modelId="{DCB42A7C-1B11-450C-A81E-8A615CD237E8}" type="presOf" srcId="{1EF260E5-9B83-4912-A430-327AB362129D}" destId="{61B4C580-BE46-44B3-A4E2-7D5D02E52A49}" srcOrd="0" destOrd="0" presId="urn:diagrams.loki3.com/VaryingWidthList"/>
    <dgm:cxn modelId="{720B77A8-C5D0-402E-9650-CFEF8E73F346}" srcId="{E8A72FE7-68CB-4D29-9D74-D7F27E8C4BEF}" destId="{DD7F0A6B-D6C2-46F4-946A-ECAF8D0BF6E3}" srcOrd="0" destOrd="0" parTransId="{0F9B7285-2C0C-465A-8EA2-1735886ED215}" sibTransId="{442ADC18-40F7-4658-BD8E-FC7A10CD71F0}"/>
    <dgm:cxn modelId="{19AC53CC-BF88-49DF-8ED2-49EEA7F3C192}" type="presOf" srcId="{DB1B562D-696E-42B8-BA0D-236BDE199198}" destId="{91CA61FC-44F3-415F-8933-E5B576E505D1}" srcOrd="0" destOrd="0" presId="urn:diagrams.loki3.com/VaryingWidthList"/>
    <dgm:cxn modelId="{3D9200E9-AF25-498A-93C9-6A6E53253402}" srcId="{E8A72FE7-68CB-4D29-9D74-D7F27E8C4BEF}" destId="{1EF260E5-9B83-4912-A430-327AB362129D}" srcOrd="1" destOrd="0" parTransId="{D3CE2D2C-1B8E-4FF1-B582-7AE3EA013763}" sibTransId="{879BD4A2-3ADD-4369-81B3-34690F8F1C4F}"/>
    <dgm:cxn modelId="{A089B1ED-71A3-4F08-9F05-E3EDC672F09D}" type="presOf" srcId="{03E8568D-808B-4CF5-B4FF-199AAB7F2732}" destId="{C1EB81E0-7D08-4E8A-B29E-17E5CFB37AE3}" srcOrd="0" destOrd="0" presId="urn:diagrams.loki3.com/VaryingWidthList"/>
    <dgm:cxn modelId="{BB30FAEE-2C8B-4648-ABA2-CF8F566C2D4F}" type="presOf" srcId="{DD7F0A6B-D6C2-46F4-946A-ECAF8D0BF6E3}" destId="{5DBCE3B7-048D-41CF-A317-5AB5411B5F73}" srcOrd="0" destOrd="0" presId="urn:diagrams.loki3.com/VaryingWidthList"/>
    <dgm:cxn modelId="{6D6D9813-7C8D-4253-8D73-6E462B1711BB}" type="presParOf" srcId="{AA23BE95-F85A-44E8-9723-D9AE6F41AF9F}" destId="{5DBCE3B7-048D-41CF-A317-5AB5411B5F73}" srcOrd="0" destOrd="0" presId="urn:diagrams.loki3.com/VaryingWidthList"/>
    <dgm:cxn modelId="{9C6F4B2B-96D7-4274-B26D-573AA94A03F7}" type="presParOf" srcId="{AA23BE95-F85A-44E8-9723-D9AE6F41AF9F}" destId="{F1B58AF8-D84D-4C6D-BEB6-163726CE73FC}" srcOrd="1" destOrd="0" presId="urn:diagrams.loki3.com/VaryingWidthList"/>
    <dgm:cxn modelId="{E5DA638A-8FF8-4121-A789-470A0DED4F72}" type="presParOf" srcId="{AA23BE95-F85A-44E8-9723-D9AE6F41AF9F}" destId="{61B4C580-BE46-44B3-A4E2-7D5D02E52A49}" srcOrd="2" destOrd="0" presId="urn:diagrams.loki3.com/VaryingWidthList"/>
    <dgm:cxn modelId="{F659DB54-F8DF-4254-A55C-779333BE0F37}" type="presParOf" srcId="{AA23BE95-F85A-44E8-9723-D9AE6F41AF9F}" destId="{844376E7-68A4-4E80-889E-5AFC703CC0D8}" srcOrd="3" destOrd="0" presId="urn:diagrams.loki3.com/VaryingWidthList"/>
    <dgm:cxn modelId="{7CFB14AB-F7AC-4897-AF7A-8D675549CA30}" type="presParOf" srcId="{AA23BE95-F85A-44E8-9723-D9AE6F41AF9F}" destId="{91CA61FC-44F3-415F-8933-E5B576E505D1}" srcOrd="4" destOrd="0" presId="urn:diagrams.loki3.com/VaryingWidthList"/>
    <dgm:cxn modelId="{0C281518-2A62-473A-AD4A-9F583D50F929}" type="presParOf" srcId="{AA23BE95-F85A-44E8-9723-D9AE6F41AF9F}" destId="{5C670819-EF4F-43AA-9CFC-017D43EA93F7}" srcOrd="5" destOrd="0" presId="urn:diagrams.loki3.com/VaryingWidthList"/>
    <dgm:cxn modelId="{1BE6F2A6-5DE6-48A0-9A7A-D277237A6BB6}" type="presParOf" srcId="{AA23BE95-F85A-44E8-9723-D9AE6F41AF9F}" destId="{C1EB81E0-7D08-4E8A-B29E-17E5CFB37AE3}" srcOrd="6" destOrd="0" presId="urn:diagrams.loki3.com/VaryingWidthList"/>
    <dgm:cxn modelId="{0DD44B7D-3ECC-46CC-B6E6-5CF35034CA3F}" type="presParOf" srcId="{AA23BE95-F85A-44E8-9723-D9AE6F41AF9F}" destId="{E1984B5A-DC2F-4788-BBDE-980F9CACF696}" srcOrd="7" destOrd="0" presId="urn:diagrams.loki3.com/VaryingWidthList"/>
    <dgm:cxn modelId="{0135A3B6-8E39-47E9-806B-727DEAF1725F}" type="presParOf" srcId="{AA23BE95-F85A-44E8-9723-D9AE6F41AF9F}" destId="{10284C2D-A87A-4294-B713-164608A754B7}" srcOrd="8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7CF4D3-D764-4E38-9799-DCD029951AA6}" type="doc">
      <dgm:prSet loTypeId="urn:microsoft.com/office/officeart/2005/8/layout/vList5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4C5A372-BCDD-4D33-BE4D-16F3BBA83161}">
      <dgm:prSet phldrT="[Text]"/>
      <dgm:spPr/>
      <dgm:t>
        <a:bodyPr/>
        <a:lstStyle/>
        <a:p>
          <a:r>
            <a:rPr lang="en-US" dirty="0">
              <a:latin typeface="+mj-lt"/>
            </a:rPr>
            <a:t>Racks</a:t>
          </a:r>
          <a:endParaRPr lang="en-IN" dirty="0">
            <a:latin typeface="+mj-lt"/>
          </a:endParaRPr>
        </a:p>
      </dgm:t>
    </dgm:pt>
    <dgm:pt modelId="{E56A8E7D-D673-4623-88E3-A33A33E3290B}" type="parTrans" cxnId="{93CE2E1A-DDC6-4B3D-83B2-FEFFFBEE3DF1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CA5ABDC7-6540-4603-930C-3FCAC182890F}" type="sibTrans" cxnId="{93CE2E1A-DDC6-4B3D-83B2-FEFFFBEE3DF1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B2A5217B-7EA0-46EC-9A4D-F5CEE1CA9A07}">
      <dgm:prSet phldrT="[Text]"/>
      <dgm:spPr/>
      <dgm:t>
        <a:bodyPr/>
        <a:lstStyle/>
        <a:p>
          <a:r>
            <a:rPr lang="en-US" dirty="0">
              <a:latin typeface="+mj-lt"/>
            </a:rPr>
            <a:t>Collection of </a:t>
          </a:r>
          <a:r>
            <a:rPr lang="en-US" dirty="0" err="1">
              <a:latin typeface="+mj-lt"/>
            </a:rPr>
            <a:t>DataNodes</a:t>
          </a:r>
          <a:endParaRPr lang="en-IN" dirty="0">
            <a:latin typeface="+mj-lt"/>
          </a:endParaRPr>
        </a:p>
      </dgm:t>
    </dgm:pt>
    <dgm:pt modelId="{76AB7B32-0D2E-4D27-AEF1-72F27A39EE2C}" type="parTrans" cxnId="{DF476632-901C-4F75-8C3E-2D36C906F3C3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7949D7CA-C40B-451C-9ED1-D78F500E5212}" type="sibTrans" cxnId="{DF476632-901C-4F75-8C3E-2D36C906F3C3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315936D4-94BC-4A93-ACE3-A1A3ADEBEF42}">
      <dgm:prSet phldrT="[Text]"/>
      <dgm:spPr/>
      <dgm:t>
        <a:bodyPr/>
        <a:lstStyle/>
        <a:p>
          <a:r>
            <a:rPr lang="en-US" dirty="0">
              <a:latin typeface="+mj-lt"/>
            </a:rPr>
            <a:t>Uses </a:t>
          </a:r>
          <a:r>
            <a:rPr lang="en-US" dirty="0" err="1">
              <a:latin typeface="+mj-lt"/>
            </a:rPr>
            <a:t>rackID</a:t>
          </a:r>
          <a:r>
            <a:rPr lang="en-US" dirty="0">
              <a:latin typeface="+mj-lt"/>
            </a:rPr>
            <a:t> to identify </a:t>
          </a:r>
          <a:r>
            <a:rPr lang="en-US" dirty="0" err="1">
              <a:latin typeface="+mj-lt"/>
            </a:rPr>
            <a:t>DataNodes</a:t>
          </a:r>
          <a:r>
            <a:rPr lang="en-US" dirty="0">
              <a:latin typeface="+mj-lt"/>
            </a:rPr>
            <a:t> in a rack</a:t>
          </a:r>
          <a:endParaRPr lang="en-IN" dirty="0">
            <a:latin typeface="+mj-lt"/>
          </a:endParaRPr>
        </a:p>
      </dgm:t>
    </dgm:pt>
    <dgm:pt modelId="{4E8C2506-642C-4BC8-8495-258439581659}" type="parTrans" cxnId="{345FF93B-9D57-4D9A-B3C7-8514221A9B9F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D6CE5324-85FA-4EC1-BD9A-7E15E1EAE892}" type="sibTrans" cxnId="{345FF93B-9D57-4D9A-B3C7-8514221A9B9F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2076CB2F-1ABA-495D-BF72-08B57CEACBC9}">
      <dgm:prSet phldrT="[Text]"/>
      <dgm:spPr/>
      <dgm:t>
        <a:bodyPr/>
        <a:lstStyle/>
        <a:p>
          <a:r>
            <a:rPr lang="en-US" dirty="0">
              <a:latin typeface="+mj-lt"/>
            </a:rPr>
            <a:t>File System Namespace</a:t>
          </a:r>
          <a:endParaRPr lang="en-IN" dirty="0">
            <a:latin typeface="+mj-lt"/>
          </a:endParaRPr>
        </a:p>
      </dgm:t>
    </dgm:pt>
    <dgm:pt modelId="{71397DE9-7CED-4042-A730-56E0389B6231}" type="parTrans" cxnId="{B81952F2-E0BA-4D08-8C57-9126863C17BC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81286A1E-884D-4B88-B152-08F6E7FEF7C2}" type="sibTrans" cxnId="{B81952F2-E0BA-4D08-8C57-9126863C17BC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73B6D25A-EF01-47DA-9CF5-CAC837BB0D7B}">
      <dgm:prSet phldrT="[Text]"/>
      <dgm:spPr/>
      <dgm:t>
        <a:bodyPr/>
        <a:lstStyle/>
        <a:p>
          <a:r>
            <a:rPr lang="en-US" dirty="0">
              <a:latin typeface="+mj-lt"/>
            </a:rPr>
            <a:t>Manages collection of files in the cluster</a:t>
          </a:r>
          <a:endParaRPr lang="en-IN" dirty="0">
            <a:latin typeface="+mj-lt"/>
          </a:endParaRPr>
        </a:p>
      </dgm:t>
    </dgm:pt>
    <dgm:pt modelId="{66D7824F-64E4-4B53-94E4-081D16C3255D}" type="parTrans" cxnId="{E44B77C2-4704-479C-8327-B24812631425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20D50138-3F3B-4FC2-A938-DEA2B84EB5E6}" type="sibTrans" cxnId="{E44B77C2-4704-479C-8327-B24812631425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10981AFF-31DB-44F6-9363-7010C996BDC3}">
      <dgm:prSet phldrT="[Text]"/>
      <dgm:spPr/>
      <dgm:t>
        <a:bodyPr/>
        <a:lstStyle/>
        <a:p>
          <a:r>
            <a:rPr lang="en-US" dirty="0">
              <a:latin typeface="+mj-lt"/>
            </a:rPr>
            <a:t>Manages read, write, create, and delete operations</a:t>
          </a:r>
          <a:endParaRPr lang="en-IN" dirty="0">
            <a:latin typeface="+mj-lt"/>
          </a:endParaRPr>
        </a:p>
      </dgm:t>
    </dgm:pt>
    <dgm:pt modelId="{1F5CD985-87EE-4E36-BD44-03EF0BEDCD10}" type="parTrans" cxnId="{D0B01B60-8966-4341-B562-DD10F06C881A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1FF974F2-5088-4A74-B0EE-5C23FD7E28E1}" type="sibTrans" cxnId="{D0B01B60-8966-4341-B562-DD10F06C881A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80D0A1FF-1F29-4E32-B3E8-B00311344CC6}">
      <dgm:prSet phldrT="[Text]"/>
      <dgm:spPr/>
      <dgm:t>
        <a:bodyPr/>
        <a:lstStyle/>
        <a:p>
          <a:r>
            <a:rPr lang="en-US" dirty="0" err="1">
              <a:latin typeface="+mj-lt"/>
            </a:rPr>
            <a:t>EditLog</a:t>
          </a:r>
          <a:endParaRPr lang="en-IN" dirty="0">
            <a:latin typeface="+mj-lt"/>
          </a:endParaRPr>
        </a:p>
      </dgm:t>
    </dgm:pt>
    <dgm:pt modelId="{0C437412-D51C-44C8-A24A-F47A36F4BDA4}" type="parTrans" cxnId="{4C8018CA-4FA3-4A3D-A9D2-F9BEF9C3B001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C40047C5-664A-49E5-9EA9-F40B0EB3E103}" type="sibTrans" cxnId="{4C8018CA-4FA3-4A3D-A9D2-F9BEF9C3B001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41DE8A81-3FDD-467E-B38E-35AB57090FA4}">
      <dgm:prSet phldrT="[Text]"/>
      <dgm:spPr/>
      <dgm:t>
        <a:bodyPr/>
        <a:lstStyle/>
        <a:p>
          <a:r>
            <a:rPr lang="en-US" dirty="0">
              <a:latin typeface="+mj-lt"/>
            </a:rPr>
            <a:t>Transaction log that records every transaction happening to file system</a:t>
          </a:r>
          <a:endParaRPr lang="en-IN" dirty="0">
            <a:latin typeface="+mj-lt"/>
          </a:endParaRPr>
        </a:p>
      </dgm:t>
    </dgm:pt>
    <dgm:pt modelId="{0EA09B7B-98F8-4107-97A4-884A78A8296E}" type="parTrans" cxnId="{C086CE8F-1648-4C06-A68C-EA2556AFEC84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BF98A3A2-1853-4518-849B-42C4E7DEB6D6}" type="sibTrans" cxnId="{C086CE8F-1648-4C06-A68C-EA2556AFEC84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691E2809-B5F6-44DC-9116-BAF096383D02}">
      <dgm:prSet phldrT="[Text]"/>
      <dgm:spPr/>
      <dgm:t>
        <a:bodyPr/>
        <a:lstStyle/>
        <a:p>
          <a:r>
            <a:rPr lang="en-US" dirty="0" err="1">
              <a:latin typeface="+mj-lt"/>
            </a:rPr>
            <a:t>NameNode</a:t>
          </a:r>
          <a:r>
            <a:rPr lang="en-US" dirty="0">
              <a:latin typeface="+mj-lt"/>
            </a:rPr>
            <a:t> reads </a:t>
          </a:r>
          <a:r>
            <a:rPr lang="en-US" dirty="0" err="1">
              <a:latin typeface="+mj-lt"/>
            </a:rPr>
            <a:t>FsImage</a:t>
          </a:r>
          <a:r>
            <a:rPr lang="en-US" dirty="0">
              <a:latin typeface="+mj-lt"/>
            </a:rPr>
            <a:t>, </a:t>
          </a:r>
          <a:r>
            <a:rPr lang="en-US" dirty="0" err="1">
              <a:latin typeface="+mj-lt"/>
            </a:rPr>
            <a:t>EditLog</a:t>
          </a:r>
          <a:r>
            <a:rPr lang="en-US" dirty="0">
              <a:latin typeface="+mj-lt"/>
            </a:rPr>
            <a:t> from disk</a:t>
          </a:r>
          <a:endParaRPr lang="en-IN" dirty="0">
            <a:latin typeface="+mj-lt"/>
          </a:endParaRPr>
        </a:p>
      </dgm:t>
    </dgm:pt>
    <dgm:pt modelId="{7DECA33F-A887-4D22-8BE5-FF0D315D7C8F}" type="parTrans" cxnId="{4BAEC409-BDDC-4E18-A914-65904E8B9660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BE403C18-B3EB-4B98-91CE-A84200F30219}" type="sibTrans" cxnId="{4BAEC409-BDDC-4E18-A914-65904E8B9660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D7541650-0372-4821-A257-1C8D8497ED79}">
      <dgm:prSet phldrT="[Text]"/>
      <dgm:spPr/>
      <dgm:t>
        <a:bodyPr/>
        <a:lstStyle/>
        <a:p>
          <a:r>
            <a:rPr lang="en-US" dirty="0">
              <a:latin typeface="+mj-lt"/>
            </a:rPr>
            <a:t>Maps blocks to files and file properties – this info is stored in </a:t>
          </a:r>
          <a:r>
            <a:rPr lang="en-US" dirty="0" err="1">
              <a:latin typeface="+mj-lt"/>
            </a:rPr>
            <a:t>FsImage</a:t>
          </a:r>
          <a:endParaRPr lang="en-IN" dirty="0">
            <a:latin typeface="+mj-lt"/>
          </a:endParaRPr>
        </a:p>
      </dgm:t>
    </dgm:pt>
    <dgm:pt modelId="{7216ECE0-B2F8-4D49-8A1A-276E68C4846E}" type="parTrans" cxnId="{9BFAF891-DA8A-4C51-915E-F4A9B81398A1}">
      <dgm:prSet/>
      <dgm:spPr/>
      <dgm:t>
        <a:bodyPr/>
        <a:lstStyle/>
        <a:p>
          <a:endParaRPr lang="en-IN"/>
        </a:p>
      </dgm:t>
    </dgm:pt>
    <dgm:pt modelId="{D8656D85-32B4-4F3D-9EFD-BC1F30777D4A}" type="sibTrans" cxnId="{9BFAF891-DA8A-4C51-915E-F4A9B81398A1}">
      <dgm:prSet/>
      <dgm:spPr/>
      <dgm:t>
        <a:bodyPr/>
        <a:lstStyle/>
        <a:p>
          <a:endParaRPr lang="en-IN"/>
        </a:p>
      </dgm:t>
    </dgm:pt>
    <dgm:pt modelId="{AE9425FE-AAD4-4C6D-BF7E-9AEC1543EFCA}">
      <dgm:prSet phldrT="[Text]"/>
      <dgm:spPr/>
      <dgm:t>
        <a:bodyPr/>
        <a:lstStyle/>
        <a:p>
          <a:r>
            <a:rPr lang="en-US" dirty="0">
              <a:latin typeface="+mj-lt"/>
            </a:rPr>
            <a:t>Applies all transactions in </a:t>
          </a:r>
          <a:r>
            <a:rPr lang="en-US" dirty="0" err="1">
              <a:latin typeface="+mj-lt"/>
            </a:rPr>
            <a:t>EditLog</a:t>
          </a:r>
          <a:r>
            <a:rPr lang="en-US" dirty="0">
              <a:latin typeface="+mj-lt"/>
            </a:rPr>
            <a:t> to </a:t>
          </a:r>
          <a:r>
            <a:rPr lang="en-US" dirty="0" err="1">
              <a:latin typeface="+mj-lt"/>
            </a:rPr>
            <a:t>FsImage</a:t>
          </a:r>
          <a:endParaRPr lang="en-IN" dirty="0">
            <a:latin typeface="+mj-lt"/>
          </a:endParaRPr>
        </a:p>
      </dgm:t>
    </dgm:pt>
    <dgm:pt modelId="{ED53891D-8532-4F79-8EFF-BFD5D125D3F6}" type="parTrans" cxnId="{A1B4C2D7-0C84-483D-BB07-4C7195AA697C}">
      <dgm:prSet/>
      <dgm:spPr/>
      <dgm:t>
        <a:bodyPr/>
        <a:lstStyle/>
        <a:p>
          <a:endParaRPr lang="en-IN"/>
        </a:p>
      </dgm:t>
    </dgm:pt>
    <dgm:pt modelId="{CD754AD3-DBFA-441E-90D9-2A822756D2CD}" type="sibTrans" cxnId="{A1B4C2D7-0C84-483D-BB07-4C7195AA697C}">
      <dgm:prSet/>
      <dgm:spPr/>
      <dgm:t>
        <a:bodyPr/>
        <a:lstStyle/>
        <a:p>
          <a:endParaRPr lang="en-IN"/>
        </a:p>
      </dgm:t>
    </dgm:pt>
    <dgm:pt modelId="{09B52B42-7E98-440F-B976-FC1F0F4A8064}">
      <dgm:prSet phldrT="[Text]"/>
      <dgm:spPr/>
      <dgm:t>
        <a:bodyPr/>
        <a:lstStyle/>
        <a:p>
          <a:r>
            <a:rPr lang="en-US" dirty="0">
              <a:latin typeface="+mj-lt"/>
            </a:rPr>
            <a:t>Truncates the now old </a:t>
          </a:r>
          <a:r>
            <a:rPr lang="en-US" dirty="0" err="1">
              <a:latin typeface="+mj-lt"/>
            </a:rPr>
            <a:t>EditLog</a:t>
          </a:r>
          <a:endParaRPr lang="en-IN" dirty="0">
            <a:latin typeface="+mj-lt"/>
          </a:endParaRPr>
        </a:p>
      </dgm:t>
    </dgm:pt>
    <dgm:pt modelId="{D3B07E5C-E1F7-45CC-8DE6-05CD875898D9}" type="parTrans" cxnId="{7E78A932-D307-48E0-ADD9-7A796C968474}">
      <dgm:prSet/>
      <dgm:spPr/>
      <dgm:t>
        <a:bodyPr/>
        <a:lstStyle/>
        <a:p>
          <a:endParaRPr lang="en-IN"/>
        </a:p>
      </dgm:t>
    </dgm:pt>
    <dgm:pt modelId="{30816B57-8FD5-4E72-A87A-1996C975A237}" type="sibTrans" cxnId="{7E78A932-D307-48E0-ADD9-7A796C968474}">
      <dgm:prSet/>
      <dgm:spPr/>
      <dgm:t>
        <a:bodyPr/>
        <a:lstStyle/>
        <a:p>
          <a:endParaRPr lang="en-IN"/>
        </a:p>
      </dgm:t>
    </dgm:pt>
    <dgm:pt modelId="{CE95F632-DDFD-4318-9818-26F926D5D15A}" type="pres">
      <dgm:prSet presAssocID="{8E7CF4D3-D764-4E38-9799-DCD029951AA6}" presName="Name0" presStyleCnt="0">
        <dgm:presLayoutVars>
          <dgm:dir/>
          <dgm:animLvl val="lvl"/>
          <dgm:resizeHandles val="exact"/>
        </dgm:presLayoutVars>
      </dgm:prSet>
      <dgm:spPr/>
    </dgm:pt>
    <dgm:pt modelId="{121EB68F-0B3D-4ED1-BC8B-6A74FC10CB97}" type="pres">
      <dgm:prSet presAssocID="{74C5A372-BCDD-4D33-BE4D-16F3BBA83161}" presName="linNode" presStyleCnt="0"/>
      <dgm:spPr/>
    </dgm:pt>
    <dgm:pt modelId="{BFD59977-84B9-41CF-8F6D-1510A91549C6}" type="pres">
      <dgm:prSet presAssocID="{74C5A372-BCDD-4D33-BE4D-16F3BBA83161}" presName="parentText" presStyleLbl="node1" presStyleIdx="0" presStyleCnt="3" custScaleX="68043">
        <dgm:presLayoutVars>
          <dgm:chMax val="1"/>
          <dgm:bulletEnabled val="1"/>
        </dgm:presLayoutVars>
      </dgm:prSet>
      <dgm:spPr/>
    </dgm:pt>
    <dgm:pt modelId="{AB42DDFC-C609-4E81-BB3B-F881AD90A036}" type="pres">
      <dgm:prSet presAssocID="{74C5A372-BCDD-4D33-BE4D-16F3BBA83161}" presName="descendantText" presStyleLbl="alignAccFollowNode1" presStyleIdx="0" presStyleCnt="3" custScaleX="141258">
        <dgm:presLayoutVars>
          <dgm:bulletEnabled val="1"/>
        </dgm:presLayoutVars>
      </dgm:prSet>
      <dgm:spPr/>
    </dgm:pt>
    <dgm:pt modelId="{7AB7F7B6-322F-42A2-9E4E-0EC5E27651D3}" type="pres">
      <dgm:prSet presAssocID="{CA5ABDC7-6540-4603-930C-3FCAC182890F}" presName="sp" presStyleCnt="0"/>
      <dgm:spPr/>
    </dgm:pt>
    <dgm:pt modelId="{68B5DA51-033C-46BE-888C-8E524D275CCC}" type="pres">
      <dgm:prSet presAssocID="{2076CB2F-1ABA-495D-BF72-08B57CEACBC9}" presName="linNode" presStyleCnt="0"/>
      <dgm:spPr/>
    </dgm:pt>
    <dgm:pt modelId="{F1D0431C-264D-4726-AA26-3F1366ED6EA6}" type="pres">
      <dgm:prSet presAssocID="{2076CB2F-1ABA-495D-BF72-08B57CEACBC9}" presName="parentText" presStyleLbl="node1" presStyleIdx="1" presStyleCnt="3" custScaleX="85079">
        <dgm:presLayoutVars>
          <dgm:chMax val="1"/>
          <dgm:bulletEnabled val="1"/>
        </dgm:presLayoutVars>
      </dgm:prSet>
      <dgm:spPr/>
    </dgm:pt>
    <dgm:pt modelId="{D24F0A04-7850-476D-A012-660FCFBECC86}" type="pres">
      <dgm:prSet presAssocID="{2076CB2F-1ABA-495D-BF72-08B57CEACBC9}" presName="descendantText" presStyleLbl="alignAccFollowNode1" presStyleIdx="1" presStyleCnt="3" custScaleX="189958">
        <dgm:presLayoutVars>
          <dgm:bulletEnabled val="1"/>
        </dgm:presLayoutVars>
      </dgm:prSet>
      <dgm:spPr/>
    </dgm:pt>
    <dgm:pt modelId="{7D79A66F-1C8B-4702-A061-0F48B9DE64D3}" type="pres">
      <dgm:prSet presAssocID="{81286A1E-884D-4B88-B152-08F6E7FEF7C2}" presName="sp" presStyleCnt="0"/>
      <dgm:spPr/>
    </dgm:pt>
    <dgm:pt modelId="{1DD302F5-ECA4-4644-85A7-5A2B22DA48D3}" type="pres">
      <dgm:prSet presAssocID="{80D0A1FF-1F29-4E32-B3E8-B00311344CC6}" presName="linNode" presStyleCnt="0"/>
      <dgm:spPr/>
    </dgm:pt>
    <dgm:pt modelId="{23D2236A-3CBB-4B42-9645-E258F6706535}" type="pres">
      <dgm:prSet presAssocID="{80D0A1FF-1F29-4E32-B3E8-B00311344CC6}" presName="parentText" presStyleLbl="node1" presStyleIdx="2" presStyleCnt="3" custScaleX="66223">
        <dgm:presLayoutVars>
          <dgm:chMax val="1"/>
          <dgm:bulletEnabled val="1"/>
        </dgm:presLayoutVars>
      </dgm:prSet>
      <dgm:spPr/>
    </dgm:pt>
    <dgm:pt modelId="{E518418B-7549-4897-92E5-9696E7EE949D}" type="pres">
      <dgm:prSet presAssocID="{80D0A1FF-1F29-4E32-B3E8-B00311344CC6}" presName="descendantText" presStyleLbl="alignAccFollowNode1" presStyleIdx="2" presStyleCnt="3" custScaleX="154790">
        <dgm:presLayoutVars>
          <dgm:bulletEnabled val="1"/>
        </dgm:presLayoutVars>
      </dgm:prSet>
      <dgm:spPr/>
    </dgm:pt>
  </dgm:ptLst>
  <dgm:cxnLst>
    <dgm:cxn modelId="{4BAEC409-BDDC-4E18-A914-65904E8B9660}" srcId="{80D0A1FF-1F29-4E32-B3E8-B00311344CC6}" destId="{691E2809-B5F6-44DC-9116-BAF096383D02}" srcOrd="1" destOrd="0" parTransId="{7DECA33F-A887-4D22-8BE5-FF0D315D7C8F}" sibTransId="{BE403C18-B3EB-4B98-91CE-A84200F30219}"/>
    <dgm:cxn modelId="{93CE2E1A-DDC6-4B3D-83B2-FEFFFBEE3DF1}" srcId="{8E7CF4D3-D764-4E38-9799-DCD029951AA6}" destId="{74C5A372-BCDD-4D33-BE4D-16F3BBA83161}" srcOrd="0" destOrd="0" parTransId="{E56A8E7D-D673-4623-88E3-A33A33E3290B}" sibTransId="{CA5ABDC7-6540-4603-930C-3FCAC182890F}"/>
    <dgm:cxn modelId="{DF476632-901C-4F75-8C3E-2D36C906F3C3}" srcId="{74C5A372-BCDD-4D33-BE4D-16F3BBA83161}" destId="{B2A5217B-7EA0-46EC-9A4D-F5CEE1CA9A07}" srcOrd="0" destOrd="0" parTransId="{76AB7B32-0D2E-4D27-AEF1-72F27A39EE2C}" sibTransId="{7949D7CA-C40B-451C-9ED1-D78F500E5212}"/>
    <dgm:cxn modelId="{7E78A932-D307-48E0-ADD9-7A796C968474}" srcId="{80D0A1FF-1F29-4E32-B3E8-B00311344CC6}" destId="{09B52B42-7E98-440F-B976-FC1F0F4A8064}" srcOrd="3" destOrd="0" parTransId="{D3B07E5C-E1F7-45CC-8DE6-05CD875898D9}" sibTransId="{30816B57-8FD5-4E72-A87A-1996C975A237}"/>
    <dgm:cxn modelId="{322D1F38-4410-47C6-B62A-C475273E9F42}" type="presOf" srcId="{2076CB2F-1ABA-495D-BF72-08B57CEACBC9}" destId="{F1D0431C-264D-4726-AA26-3F1366ED6EA6}" srcOrd="0" destOrd="0" presId="urn:microsoft.com/office/officeart/2005/8/layout/vList5"/>
    <dgm:cxn modelId="{345FF93B-9D57-4D9A-B3C7-8514221A9B9F}" srcId="{74C5A372-BCDD-4D33-BE4D-16F3BBA83161}" destId="{315936D4-94BC-4A93-ACE3-A1A3ADEBEF42}" srcOrd="1" destOrd="0" parTransId="{4E8C2506-642C-4BC8-8495-258439581659}" sibTransId="{D6CE5324-85FA-4EC1-BD9A-7E15E1EAE892}"/>
    <dgm:cxn modelId="{D0B01B60-8966-4341-B562-DD10F06C881A}" srcId="{2076CB2F-1ABA-495D-BF72-08B57CEACBC9}" destId="{10981AFF-31DB-44F6-9363-7010C996BDC3}" srcOrd="1" destOrd="0" parTransId="{1F5CD985-87EE-4E36-BD44-03EF0BEDCD10}" sibTransId="{1FF974F2-5088-4A74-B0EE-5C23FD7E28E1}"/>
    <dgm:cxn modelId="{722C2E41-6163-4CB5-9144-ECDCE440C328}" type="presOf" srcId="{8E7CF4D3-D764-4E38-9799-DCD029951AA6}" destId="{CE95F632-DDFD-4318-9818-26F926D5D15A}" srcOrd="0" destOrd="0" presId="urn:microsoft.com/office/officeart/2005/8/layout/vList5"/>
    <dgm:cxn modelId="{7BDF694A-E1E4-4319-9F98-6F4CDC8EDA81}" type="presOf" srcId="{D7541650-0372-4821-A257-1C8D8497ED79}" destId="{D24F0A04-7850-476D-A012-660FCFBECC86}" srcOrd="0" destOrd="2" presId="urn:microsoft.com/office/officeart/2005/8/layout/vList5"/>
    <dgm:cxn modelId="{AA03875A-0105-4DC5-B105-E0B040D3BE23}" type="presOf" srcId="{691E2809-B5F6-44DC-9116-BAF096383D02}" destId="{E518418B-7549-4897-92E5-9696E7EE949D}" srcOrd="0" destOrd="1" presId="urn:microsoft.com/office/officeart/2005/8/layout/vList5"/>
    <dgm:cxn modelId="{94D12D7B-FB7F-4A71-B99E-075C332AFF12}" type="presOf" srcId="{10981AFF-31DB-44F6-9363-7010C996BDC3}" destId="{D24F0A04-7850-476D-A012-660FCFBECC86}" srcOrd="0" destOrd="1" presId="urn:microsoft.com/office/officeart/2005/8/layout/vList5"/>
    <dgm:cxn modelId="{F7302681-1532-4065-B580-8EDBDC54988F}" type="presOf" srcId="{09B52B42-7E98-440F-B976-FC1F0F4A8064}" destId="{E518418B-7549-4897-92E5-9696E7EE949D}" srcOrd="0" destOrd="3" presId="urn:microsoft.com/office/officeart/2005/8/layout/vList5"/>
    <dgm:cxn modelId="{C086CE8F-1648-4C06-A68C-EA2556AFEC84}" srcId="{80D0A1FF-1F29-4E32-B3E8-B00311344CC6}" destId="{41DE8A81-3FDD-467E-B38E-35AB57090FA4}" srcOrd="0" destOrd="0" parTransId="{0EA09B7B-98F8-4107-97A4-884A78A8296E}" sibTransId="{BF98A3A2-1853-4518-849B-42C4E7DEB6D6}"/>
    <dgm:cxn modelId="{9BFAF891-DA8A-4C51-915E-F4A9B81398A1}" srcId="{2076CB2F-1ABA-495D-BF72-08B57CEACBC9}" destId="{D7541650-0372-4821-A257-1C8D8497ED79}" srcOrd="2" destOrd="0" parTransId="{7216ECE0-B2F8-4D49-8A1A-276E68C4846E}" sibTransId="{D8656D85-32B4-4F3D-9EFD-BC1F30777D4A}"/>
    <dgm:cxn modelId="{3728AD9E-0448-4E65-941C-B0118C976E79}" type="presOf" srcId="{AE9425FE-AAD4-4C6D-BF7E-9AEC1543EFCA}" destId="{E518418B-7549-4897-92E5-9696E7EE949D}" srcOrd="0" destOrd="2" presId="urn:microsoft.com/office/officeart/2005/8/layout/vList5"/>
    <dgm:cxn modelId="{161D89AD-EC71-4F50-AAFC-6EA1FBBD84F1}" type="presOf" srcId="{80D0A1FF-1F29-4E32-B3E8-B00311344CC6}" destId="{23D2236A-3CBB-4B42-9645-E258F6706535}" srcOrd="0" destOrd="0" presId="urn:microsoft.com/office/officeart/2005/8/layout/vList5"/>
    <dgm:cxn modelId="{B580A4B9-80D8-4B58-BC53-05FAF32C430C}" type="presOf" srcId="{315936D4-94BC-4A93-ACE3-A1A3ADEBEF42}" destId="{AB42DDFC-C609-4E81-BB3B-F881AD90A036}" srcOrd="0" destOrd="1" presId="urn:microsoft.com/office/officeart/2005/8/layout/vList5"/>
    <dgm:cxn modelId="{780616C2-8DAA-497F-8FB5-CC94C83877A3}" type="presOf" srcId="{B2A5217B-7EA0-46EC-9A4D-F5CEE1CA9A07}" destId="{AB42DDFC-C609-4E81-BB3B-F881AD90A036}" srcOrd="0" destOrd="0" presId="urn:microsoft.com/office/officeart/2005/8/layout/vList5"/>
    <dgm:cxn modelId="{E44B77C2-4704-479C-8327-B24812631425}" srcId="{2076CB2F-1ABA-495D-BF72-08B57CEACBC9}" destId="{73B6D25A-EF01-47DA-9CF5-CAC837BB0D7B}" srcOrd="0" destOrd="0" parTransId="{66D7824F-64E4-4B53-94E4-081D16C3255D}" sibTransId="{20D50138-3F3B-4FC2-A938-DEA2B84EB5E6}"/>
    <dgm:cxn modelId="{4C8018CA-4FA3-4A3D-A9D2-F9BEF9C3B001}" srcId="{8E7CF4D3-D764-4E38-9799-DCD029951AA6}" destId="{80D0A1FF-1F29-4E32-B3E8-B00311344CC6}" srcOrd="2" destOrd="0" parTransId="{0C437412-D51C-44C8-A24A-F47A36F4BDA4}" sibTransId="{C40047C5-664A-49E5-9EA9-F40B0EB3E103}"/>
    <dgm:cxn modelId="{A1B4C2D7-0C84-483D-BB07-4C7195AA697C}" srcId="{80D0A1FF-1F29-4E32-B3E8-B00311344CC6}" destId="{AE9425FE-AAD4-4C6D-BF7E-9AEC1543EFCA}" srcOrd="2" destOrd="0" parTransId="{ED53891D-8532-4F79-8EFF-BFD5D125D3F6}" sibTransId="{CD754AD3-DBFA-441E-90D9-2A822756D2CD}"/>
    <dgm:cxn modelId="{21A4F9D8-BA96-444A-9FEA-F66ED4F8E58D}" type="presOf" srcId="{41DE8A81-3FDD-467E-B38E-35AB57090FA4}" destId="{E518418B-7549-4897-92E5-9696E7EE949D}" srcOrd="0" destOrd="0" presId="urn:microsoft.com/office/officeart/2005/8/layout/vList5"/>
    <dgm:cxn modelId="{045380EF-D204-4A02-8BE3-860EB0B2977E}" type="presOf" srcId="{73B6D25A-EF01-47DA-9CF5-CAC837BB0D7B}" destId="{D24F0A04-7850-476D-A012-660FCFBECC86}" srcOrd="0" destOrd="0" presId="urn:microsoft.com/office/officeart/2005/8/layout/vList5"/>
    <dgm:cxn modelId="{B81952F2-E0BA-4D08-8C57-9126863C17BC}" srcId="{8E7CF4D3-D764-4E38-9799-DCD029951AA6}" destId="{2076CB2F-1ABA-495D-BF72-08B57CEACBC9}" srcOrd="1" destOrd="0" parTransId="{71397DE9-7CED-4042-A730-56E0389B6231}" sibTransId="{81286A1E-884D-4B88-B152-08F6E7FEF7C2}"/>
    <dgm:cxn modelId="{6FBA0AF9-B406-44D7-8DEB-80041C1179B2}" type="presOf" srcId="{74C5A372-BCDD-4D33-BE4D-16F3BBA83161}" destId="{BFD59977-84B9-41CF-8F6D-1510A91549C6}" srcOrd="0" destOrd="0" presId="urn:microsoft.com/office/officeart/2005/8/layout/vList5"/>
    <dgm:cxn modelId="{9CD9D85B-0AC0-444F-A265-F517FC7C29AE}" type="presParOf" srcId="{CE95F632-DDFD-4318-9818-26F926D5D15A}" destId="{121EB68F-0B3D-4ED1-BC8B-6A74FC10CB97}" srcOrd="0" destOrd="0" presId="urn:microsoft.com/office/officeart/2005/8/layout/vList5"/>
    <dgm:cxn modelId="{9BFC9765-5A5C-4CE8-8F52-F0C4813A3942}" type="presParOf" srcId="{121EB68F-0B3D-4ED1-BC8B-6A74FC10CB97}" destId="{BFD59977-84B9-41CF-8F6D-1510A91549C6}" srcOrd="0" destOrd="0" presId="urn:microsoft.com/office/officeart/2005/8/layout/vList5"/>
    <dgm:cxn modelId="{C556DD16-F1C4-4EB0-B5AB-27CDB6DD5F7C}" type="presParOf" srcId="{121EB68F-0B3D-4ED1-BC8B-6A74FC10CB97}" destId="{AB42DDFC-C609-4E81-BB3B-F881AD90A036}" srcOrd="1" destOrd="0" presId="urn:microsoft.com/office/officeart/2005/8/layout/vList5"/>
    <dgm:cxn modelId="{BC7C9E93-1ADF-46AB-A543-CC7893D96D0D}" type="presParOf" srcId="{CE95F632-DDFD-4318-9818-26F926D5D15A}" destId="{7AB7F7B6-322F-42A2-9E4E-0EC5E27651D3}" srcOrd="1" destOrd="0" presId="urn:microsoft.com/office/officeart/2005/8/layout/vList5"/>
    <dgm:cxn modelId="{9454C5EA-E7B1-4473-BC13-C56C0CE83646}" type="presParOf" srcId="{CE95F632-DDFD-4318-9818-26F926D5D15A}" destId="{68B5DA51-033C-46BE-888C-8E524D275CCC}" srcOrd="2" destOrd="0" presId="urn:microsoft.com/office/officeart/2005/8/layout/vList5"/>
    <dgm:cxn modelId="{89D16D41-A4CB-46E1-8671-68390E9D1FB5}" type="presParOf" srcId="{68B5DA51-033C-46BE-888C-8E524D275CCC}" destId="{F1D0431C-264D-4726-AA26-3F1366ED6EA6}" srcOrd="0" destOrd="0" presId="urn:microsoft.com/office/officeart/2005/8/layout/vList5"/>
    <dgm:cxn modelId="{89E11868-693D-4FD4-92D9-590163FEC325}" type="presParOf" srcId="{68B5DA51-033C-46BE-888C-8E524D275CCC}" destId="{D24F0A04-7850-476D-A012-660FCFBECC86}" srcOrd="1" destOrd="0" presId="urn:microsoft.com/office/officeart/2005/8/layout/vList5"/>
    <dgm:cxn modelId="{0CB69790-B4FD-435F-B791-023B5A2268E0}" type="presParOf" srcId="{CE95F632-DDFD-4318-9818-26F926D5D15A}" destId="{7D79A66F-1C8B-4702-A061-0F48B9DE64D3}" srcOrd="3" destOrd="0" presId="urn:microsoft.com/office/officeart/2005/8/layout/vList5"/>
    <dgm:cxn modelId="{58BC07F0-93AB-4E08-91F2-7B1BCDB45606}" type="presParOf" srcId="{CE95F632-DDFD-4318-9818-26F926D5D15A}" destId="{1DD302F5-ECA4-4644-85A7-5A2B22DA48D3}" srcOrd="4" destOrd="0" presId="urn:microsoft.com/office/officeart/2005/8/layout/vList5"/>
    <dgm:cxn modelId="{B33559AE-E247-46C4-B8EE-4EB49F84C2F3}" type="presParOf" srcId="{1DD302F5-ECA4-4644-85A7-5A2B22DA48D3}" destId="{23D2236A-3CBB-4B42-9645-E258F6706535}" srcOrd="0" destOrd="0" presId="urn:microsoft.com/office/officeart/2005/8/layout/vList5"/>
    <dgm:cxn modelId="{C2B78B5F-D61C-4584-A9DC-66E994B358C2}" type="presParOf" srcId="{1DD302F5-ECA4-4644-85A7-5A2B22DA48D3}" destId="{E518418B-7549-4897-92E5-9696E7EE949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E7CF4D3-D764-4E38-9799-DCD029951AA6}" type="doc">
      <dgm:prSet loTypeId="urn:microsoft.com/office/officeart/2005/8/layout/vList5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4C5A372-BCDD-4D33-BE4D-16F3BBA83161}">
      <dgm:prSet phldrT="[Text]"/>
      <dgm:spPr/>
      <dgm:t>
        <a:bodyPr/>
        <a:lstStyle/>
        <a:p>
          <a:r>
            <a:rPr lang="en-US" dirty="0">
              <a:latin typeface="+mj-lt"/>
            </a:rPr>
            <a:t>Data Pipeline</a:t>
          </a:r>
          <a:endParaRPr lang="en-IN" dirty="0">
            <a:latin typeface="+mj-lt"/>
          </a:endParaRPr>
        </a:p>
      </dgm:t>
    </dgm:pt>
    <dgm:pt modelId="{E56A8E7D-D673-4623-88E3-A33A33E3290B}" type="parTrans" cxnId="{93CE2E1A-DDC6-4B3D-83B2-FEFFFBEE3DF1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CA5ABDC7-6540-4603-930C-3FCAC182890F}" type="sibTrans" cxnId="{93CE2E1A-DDC6-4B3D-83B2-FEFFFBEE3DF1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B2A5217B-7EA0-46EC-9A4D-F5CEE1CA9A07}">
      <dgm:prSet phldrT="[Text]"/>
      <dgm:spPr/>
      <dgm:t>
        <a:bodyPr/>
        <a:lstStyle/>
        <a:p>
          <a:r>
            <a:rPr lang="en-US" dirty="0">
              <a:latin typeface="+mj-lt"/>
            </a:rPr>
            <a:t>Block is replicated to multiple </a:t>
          </a:r>
          <a:r>
            <a:rPr lang="en-US" dirty="0" err="1">
              <a:latin typeface="+mj-lt"/>
            </a:rPr>
            <a:t>DataNodes</a:t>
          </a:r>
          <a:endParaRPr lang="en-IN" dirty="0">
            <a:latin typeface="+mj-lt"/>
          </a:endParaRPr>
        </a:p>
      </dgm:t>
    </dgm:pt>
    <dgm:pt modelId="{76AB7B32-0D2E-4D27-AEF1-72F27A39EE2C}" type="parTrans" cxnId="{DF476632-901C-4F75-8C3E-2D36C906F3C3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7949D7CA-C40B-451C-9ED1-D78F500E5212}" type="sibTrans" cxnId="{DF476632-901C-4F75-8C3E-2D36C906F3C3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2076CB2F-1ABA-495D-BF72-08B57CEACBC9}">
      <dgm:prSet phldrT="[Text]"/>
      <dgm:spPr/>
      <dgm:t>
        <a:bodyPr/>
        <a:lstStyle/>
        <a:p>
          <a:r>
            <a:rPr lang="en-US" dirty="0" err="1">
              <a:latin typeface="+mj-lt"/>
            </a:rPr>
            <a:t>Heartbeart</a:t>
          </a:r>
          <a:endParaRPr lang="en-IN" dirty="0">
            <a:latin typeface="+mj-lt"/>
          </a:endParaRPr>
        </a:p>
      </dgm:t>
    </dgm:pt>
    <dgm:pt modelId="{71397DE9-7CED-4042-A730-56E0389B6231}" type="parTrans" cxnId="{B81952F2-E0BA-4D08-8C57-9126863C17BC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81286A1E-884D-4B88-B152-08F6E7FEF7C2}" type="sibTrans" cxnId="{B81952F2-E0BA-4D08-8C57-9126863C17BC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73B6D25A-EF01-47DA-9CF5-CAC837BB0D7B}">
      <dgm:prSet phldrT="[Text]"/>
      <dgm:spPr/>
      <dgm:t>
        <a:bodyPr/>
        <a:lstStyle/>
        <a:p>
          <a:r>
            <a:rPr lang="en-US" dirty="0">
              <a:latin typeface="+mj-lt"/>
            </a:rPr>
            <a:t>Periodically sends message to </a:t>
          </a:r>
          <a:r>
            <a:rPr lang="en-US" dirty="0" err="1">
              <a:latin typeface="+mj-lt"/>
            </a:rPr>
            <a:t>NameNode</a:t>
          </a:r>
          <a:endParaRPr lang="en-IN" dirty="0">
            <a:latin typeface="+mj-lt"/>
          </a:endParaRPr>
        </a:p>
      </dgm:t>
    </dgm:pt>
    <dgm:pt modelId="{66D7824F-64E4-4B53-94E4-081D16C3255D}" type="parTrans" cxnId="{E44B77C2-4704-479C-8327-B24812631425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20D50138-3F3B-4FC2-A938-DEA2B84EB5E6}" type="sibTrans" cxnId="{E44B77C2-4704-479C-8327-B24812631425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10981AFF-31DB-44F6-9363-7010C996BDC3}">
      <dgm:prSet phldrT="[Text]"/>
      <dgm:spPr/>
      <dgm:t>
        <a:bodyPr/>
        <a:lstStyle/>
        <a:p>
          <a:r>
            <a:rPr lang="en-US" dirty="0">
              <a:latin typeface="+mj-lt"/>
            </a:rPr>
            <a:t>Ensures connectivity between </a:t>
          </a:r>
          <a:r>
            <a:rPr lang="en-US" dirty="0" err="1">
              <a:latin typeface="+mj-lt"/>
            </a:rPr>
            <a:t>NameNode</a:t>
          </a:r>
          <a:r>
            <a:rPr lang="en-US" dirty="0">
              <a:latin typeface="+mj-lt"/>
            </a:rPr>
            <a:t> and </a:t>
          </a:r>
          <a:r>
            <a:rPr lang="en-US" dirty="0" err="1">
              <a:latin typeface="+mj-lt"/>
            </a:rPr>
            <a:t>DataNode</a:t>
          </a:r>
          <a:endParaRPr lang="en-IN" dirty="0">
            <a:latin typeface="+mj-lt"/>
          </a:endParaRPr>
        </a:p>
      </dgm:t>
    </dgm:pt>
    <dgm:pt modelId="{1F5CD985-87EE-4E36-BD44-03EF0BEDCD10}" type="parTrans" cxnId="{D0B01B60-8966-4341-B562-DD10F06C881A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1FF974F2-5088-4A74-B0EE-5C23FD7E28E1}" type="sibTrans" cxnId="{D0B01B60-8966-4341-B562-DD10F06C881A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80D0A1FF-1F29-4E32-B3E8-B00311344CC6}">
      <dgm:prSet phldrT="[Text]"/>
      <dgm:spPr/>
      <dgm:t>
        <a:bodyPr/>
        <a:lstStyle/>
        <a:p>
          <a:r>
            <a:rPr lang="en-US" dirty="0">
              <a:latin typeface="+mj-lt"/>
            </a:rPr>
            <a:t>Replication</a:t>
          </a:r>
          <a:endParaRPr lang="en-IN" dirty="0">
            <a:latin typeface="+mj-lt"/>
          </a:endParaRPr>
        </a:p>
      </dgm:t>
    </dgm:pt>
    <dgm:pt modelId="{0C437412-D51C-44C8-A24A-F47A36F4BDA4}" type="parTrans" cxnId="{4C8018CA-4FA3-4A3D-A9D2-F9BEF9C3B001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C40047C5-664A-49E5-9EA9-F40B0EB3E103}" type="sibTrans" cxnId="{4C8018CA-4FA3-4A3D-A9D2-F9BEF9C3B001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41DE8A81-3FDD-467E-B38E-35AB57090FA4}">
      <dgm:prSet phldrT="[Text]"/>
      <dgm:spPr/>
      <dgm:t>
        <a:bodyPr/>
        <a:lstStyle/>
        <a:p>
          <a:r>
            <a:rPr lang="en-US" dirty="0">
              <a:latin typeface="+mj-lt"/>
            </a:rPr>
            <a:t>Assume no heartbeat is received</a:t>
          </a:r>
          <a:endParaRPr lang="en-IN" dirty="0">
            <a:latin typeface="+mj-lt"/>
          </a:endParaRPr>
        </a:p>
      </dgm:t>
    </dgm:pt>
    <dgm:pt modelId="{0EA09B7B-98F8-4107-97A4-884A78A8296E}" type="parTrans" cxnId="{C086CE8F-1648-4C06-A68C-EA2556AFEC84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BF98A3A2-1853-4518-849B-42C4E7DEB6D6}" type="sibTrans" cxnId="{C086CE8F-1648-4C06-A68C-EA2556AFEC84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691E2809-B5F6-44DC-9116-BAF096383D02}">
      <dgm:prSet phldrT="[Text]"/>
      <dgm:spPr/>
      <dgm:t>
        <a:bodyPr/>
        <a:lstStyle/>
        <a:p>
          <a:r>
            <a:rPr lang="en-US" dirty="0" err="1">
              <a:latin typeface="+mj-lt"/>
            </a:rPr>
            <a:t>NameNode</a:t>
          </a:r>
          <a:r>
            <a:rPr lang="en-US" dirty="0">
              <a:latin typeface="+mj-lt"/>
            </a:rPr>
            <a:t> replicates the </a:t>
          </a:r>
          <a:r>
            <a:rPr lang="en-US" dirty="0" err="1">
              <a:latin typeface="+mj-lt"/>
            </a:rPr>
            <a:t>DataNode</a:t>
          </a:r>
          <a:r>
            <a:rPr lang="en-US" dirty="0">
              <a:latin typeface="+mj-lt"/>
            </a:rPr>
            <a:t> within the cluster</a:t>
          </a:r>
          <a:endParaRPr lang="en-IN" dirty="0">
            <a:latin typeface="+mj-lt"/>
          </a:endParaRPr>
        </a:p>
      </dgm:t>
    </dgm:pt>
    <dgm:pt modelId="{7DECA33F-A887-4D22-8BE5-FF0D315D7C8F}" type="parTrans" cxnId="{4BAEC409-BDDC-4E18-A914-65904E8B9660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BE403C18-B3EB-4B98-91CE-A84200F30219}" type="sibTrans" cxnId="{4BAEC409-BDDC-4E18-A914-65904E8B9660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7A687967-4B12-405C-A092-B501BF33CB3B}">
      <dgm:prSet phldrT="[Text]"/>
      <dgm:spPr/>
      <dgm:t>
        <a:bodyPr/>
        <a:lstStyle/>
        <a:p>
          <a:r>
            <a:rPr lang="en-US" dirty="0">
              <a:latin typeface="+mj-lt"/>
            </a:rPr>
            <a:t>No need to wait till entire block is copied to a </a:t>
          </a:r>
          <a:r>
            <a:rPr lang="en-US" dirty="0" err="1">
              <a:latin typeface="+mj-lt"/>
            </a:rPr>
            <a:t>DataNode</a:t>
          </a:r>
          <a:endParaRPr lang="en-IN" dirty="0">
            <a:latin typeface="+mj-lt"/>
          </a:endParaRPr>
        </a:p>
      </dgm:t>
    </dgm:pt>
    <dgm:pt modelId="{834A9B8A-1AC9-49F0-9AD9-813EF1433FF9}" type="parTrans" cxnId="{F711D6E8-F521-4880-B982-B8F6A5A285C5}">
      <dgm:prSet/>
      <dgm:spPr/>
      <dgm:t>
        <a:bodyPr/>
        <a:lstStyle/>
        <a:p>
          <a:endParaRPr lang="en-IN"/>
        </a:p>
      </dgm:t>
    </dgm:pt>
    <dgm:pt modelId="{970812F9-67D4-4092-B461-AE3511D2A15F}" type="sibTrans" cxnId="{F711D6E8-F521-4880-B982-B8F6A5A285C5}">
      <dgm:prSet/>
      <dgm:spPr/>
      <dgm:t>
        <a:bodyPr/>
        <a:lstStyle/>
        <a:p>
          <a:endParaRPr lang="en-IN"/>
        </a:p>
      </dgm:t>
    </dgm:pt>
    <dgm:pt modelId="{CE95F632-DDFD-4318-9818-26F926D5D15A}" type="pres">
      <dgm:prSet presAssocID="{8E7CF4D3-D764-4E38-9799-DCD029951AA6}" presName="Name0" presStyleCnt="0">
        <dgm:presLayoutVars>
          <dgm:dir/>
          <dgm:animLvl val="lvl"/>
          <dgm:resizeHandles val="exact"/>
        </dgm:presLayoutVars>
      </dgm:prSet>
      <dgm:spPr/>
    </dgm:pt>
    <dgm:pt modelId="{121EB68F-0B3D-4ED1-BC8B-6A74FC10CB97}" type="pres">
      <dgm:prSet presAssocID="{74C5A372-BCDD-4D33-BE4D-16F3BBA83161}" presName="linNode" presStyleCnt="0"/>
      <dgm:spPr/>
    </dgm:pt>
    <dgm:pt modelId="{BFD59977-84B9-41CF-8F6D-1510A91549C6}" type="pres">
      <dgm:prSet presAssocID="{74C5A372-BCDD-4D33-BE4D-16F3BBA83161}" presName="parentText" presStyleLbl="node1" presStyleIdx="0" presStyleCnt="3" custScaleX="68043">
        <dgm:presLayoutVars>
          <dgm:chMax val="1"/>
          <dgm:bulletEnabled val="1"/>
        </dgm:presLayoutVars>
      </dgm:prSet>
      <dgm:spPr/>
    </dgm:pt>
    <dgm:pt modelId="{AB42DDFC-C609-4E81-BB3B-F881AD90A036}" type="pres">
      <dgm:prSet presAssocID="{74C5A372-BCDD-4D33-BE4D-16F3BBA83161}" presName="descendantText" presStyleLbl="alignAccFollowNode1" presStyleIdx="0" presStyleCnt="3" custScaleX="141258">
        <dgm:presLayoutVars>
          <dgm:bulletEnabled val="1"/>
        </dgm:presLayoutVars>
      </dgm:prSet>
      <dgm:spPr/>
    </dgm:pt>
    <dgm:pt modelId="{7AB7F7B6-322F-42A2-9E4E-0EC5E27651D3}" type="pres">
      <dgm:prSet presAssocID="{CA5ABDC7-6540-4603-930C-3FCAC182890F}" presName="sp" presStyleCnt="0"/>
      <dgm:spPr/>
    </dgm:pt>
    <dgm:pt modelId="{68B5DA51-033C-46BE-888C-8E524D275CCC}" type="pres">
      <dgm:prSet presAssocID="{2076CB2F-1ABA-495D-BF72-08B57CEACBC9}" presName="linNode" presStyleCnt="0"/>
      <dgm:spPr/>
    </dgm:pt>
    <dgm:pt modelId="{F1D0431C-264D-4726-AA26-3F1366ED6EA6}" type="pres">
      <dgm:prSet presAssocID="{2076CB2F-1ABA-495D-BF72-08B57CEACBC9}" presName="parentText" presStyleLbl="node1" presStyleIdx="1" presStyleCnt="3" custScaleX="85079">
        <dgm:presLayoutVars>
          <dgm:chMax val="1"/>
          <dgm:bulletEnabled val="1"/>
        </dgm:presLayoutVars>
      </dgm:prSet>
      <dgm:spPr/>
    </dgm:pt>
    <dgm:pt modelId="{D24F0A04-7850-476D-A012-660FCFBECC86}" type="pres">
      <dgm:prSet presAssocID="{2076CB2F-1ABA-495D-BF72-08B57CEACBC9}" presName="descendantText" presStyleLbl="alignAccFollowNode1" presStyleIdx="1" presStyleCnt="3" custScaleX="189958">
        <dgm:presLayoutVars>
          <dgm:bulletEnabled val="1"/>
        </dgm:presLayoutVars>
      </dgm:prSet>
      <dgm:spPr/>
    </dgm:pt>
    <dgm:pt modelId="{7D79A66F-1C8B-4702-A061-0F48B9DE64D3}" type="pres">
      <dgm:prSet presAssocID="{81286A1E-884D-4B88-B152-08F6E7FEF7C2}" presName="sp" presStyleCnt="0"/>
      <dgm:spPr/>
    </dgm:pt>
    <dgm:pt modelId="{1DD302F5-ECA4-4644-85A7-5A2B22DA48D3}" type="pres">
      <dgm:prSet presAssocID="{80D0A1FF-1F29-4E32-B3E8-B00311344CC6}" presName="linNode" presStyleCnt="0"/>
      <dgm:spPr/>
    </dgm:pt>
    <dgm:pt modelId="{23D2236A-3CBB-4B42-9645-E258F6706535}" type="pres">
      <dgm:prSet presAssocID="{80D0A1FF-1F29-4E32-B3E8-B00311344CC6}" presName="parentText" presStyleLbl="node1" presStyleIdx="2" presStyleCnt="3" custScaleX="66223">
        <dgm:presLayoutVars>
          <dgm:chMax val="1"/>
          <dgm:bulletEnabled val="1"/>
        </dgm:presLayoutVars>
      </dgm:prSet>
      <dgm:spPr/>
    </dgm:pt>
    <dgm:pt modelId="{E518418B-7549-4897-92E5-9696E7EE949D}" type="pres">
      <dgm:prSet presAssocID="{80D0A1FF-1F29-4E32-B3E8-B00311344CC6}" presName="descendantText" presStyleLbl="alignAccFollowNode1" presStyleIdx="2" presStyleCnt="3" custScaleX="154790">
        <dgm:presLayoutVars>
          <dgm:bulletEnabled val="1"/>
        </dgm:presLayoutVars>
      </dgm:prSet>
      <dgm:spPr/>
    </dgm:pt>
  </dgm:ptLst>
  <dgm:cxnLst>
    <dgm:cxn modelId="{4BAEC409-BDDC-4E18-A914-65904E8B9660}" srcId="{80D0A1FF-1F29-4E32-B3E8-B00311344CC6}" destId="{691E2809-B5F6-44DC-9116-BAF096383D02}" srcOrd="1" destOrd="0" parTransId="{7DECA33F-A887-4D22-8BE5-FF0D315D7C8F}" sibTransId="{BE403C18-B3EB-4B98-91CE-A84200F30219}"/>
    <dgm:cxn modelId="{93CE2E1A-DDC6-4B3D-83B2-FEFFFBEE3DF1}" srcId="{8E7CF4D3-D764-4E38-9799-DCD029951AA6}" destId="{74C5A372-BCDD-4D33-BE4D-16F3BBA83161}" srcOrd="0" destOrd="0" parTransId="{E56A8E7D-D673-4623-88E3-A33A33E3290B}" sibTransId="{CA5ABDC7-6540-4603-930C-3FCAC182890F}"/>
    <dgm:cxn modelId="{DF476632-901C-4F75-8C3E-2D36C906F3C3}" srcId="{74C5A372-BCDD-4D33-BE4D-16F3BBA83161}" destId="{B2A5217B-7EA0-46EC-9A4D-F5CEE1CA9A07}" srcOrd="0" destOrd="0" parTransId="{76AB7B32-0D2E-4D27-AEF1-72F27A39EE2C}" sibTransId="{7949D7CA-C40B-451C-9ED1-D78F500E5212}"/>
    <dgm:cxn modelId="{322D1F38-4410-47C6-B62A-C475273E9F42}" type="presOf" srcId="{2076CB2F-1ABA-495D-BF72-08B57CEACBC9}" destId="{F1D0431C-264D-4726-AA26-3F1366ED6EA6}" srcOrd="0" destOrd="0" presId="urn:microsoft.com/office/officeart/2005/8/layout/vList5"/>
    <dgm:cxn modelId="{D0B01B60-8966-4341-B562-DD10F06C881A}" srcId="{2076CB2F-1ABA-495D-BF72-08B57CEACBC9}" destId="{10981AFF-31DB-44F6-9363-7010C996BDC3}" srcOrd="1" destOrd="0" parTransId="{1F5CD985-87EE-4E36-BD44-03EF0BEDCD10}" sibTransId="{1FF974F2-5088-4A74-B0EE-5C23FD7E28E1}"/>
    <dgm:cxn modelId="{722C2E41-6163-4CB5-9144-ECDCE440C328}" type="presOf" srcId="{8E7CF4D3-D764-4E38-9799-DCD029951AA6}" destId="{CE95F632-DDFD-4318-9818-26F926D5D15A}" srcOrd="0" destOrd="0" presId="urn:microsoft.com/office/officeart/2005/8/layout/vList5"/>
    <dgm:cxn modelId="{AA03875A-0105-4DC5-B105-E0B040D3BE23}" type="presOf" srcId="{691E2809-B5F6-44DC-9116-BAF096383D02}" destId="{E518418B-7549-4897-92E5-9696E7EE949D}" srcOrd="0" destOrd="1" presId="urn:microsoft.com/office/officeart/2005/8/layout/vList5"/>
    <dgm:cxn modelId="{94D12D7B-FB7F-4A71-B99E-075C332AFF12}" type="presOf" srcId="{10981AFF-31DB-44F6-9363-7010C996BDC3}" destId="{D24F0A04-7850-476D-A012-660FCFBECC86}" srcOrd="0" destOrd="1" presId="urn:microsoft.com/office/officeart/2005/8/layout/vList5"/>
    <dgm:cxn modelId="{30F6C185-1464-43F5-8937-1949C1A64AFF}" type="presOf" srcId="{7A687967-4B12-405C-A092-B501BF33CB3B}" destId="{AB42DDFC-C609-4E81-BB3B-F881AD90A036}" srcOrd="0" destOrd="1" presId="urn:microsoft.com/office/officeart/2005/8/layout/vList5"/>
    <dgm:cxn modelId="{C086CE8F-1648-4C06-A68C-EA2556AFEC84}" srcId="{80D0A1FF-1F29-4E32-B3E8-B00311344CC6}" destId="{41DE8A81-3FDD-467E-B38E-35AB57090FA4}" srcOrd="0" destOrd="0" parTransId="{0EA09B7B-98F8-4107-97A4-884A78A8296E}" sibTransId="{BF98A3A2-1853-4518-849B-42C4E7DEB6D6}"/>
    <dgm:cxn modelId="{161D89AD-EC71-4F50-AAFC-6EA1FBBD84F1}" type="presOf" srcId="{80D0A1FF-1F29-4E32-B3E8-B00311344CC6}" destId="{23D2236A-3CBB-4B42-9645-E258F6706535}" srcOrd="0" destOrd="0" presId="urn:microsoft.com/office/officeart/2005/8/layout/vList5"/>
    <dgm:cxn modelId="{780616C2-8DAA-497F-8FB5-CC94C83877A3}" type="presOf" srcId="{B2A5217B-7EA0-46EC-9A4D-F5CEE1CA9A07}" destId="{AB42DDFC-C609-4E81-BB3B-F881AD90A036}" srcOrd="0" destOrd="0" presId="urn:microsoft.com/office/officeart/2005/8/layout/vList5"/>
    <dgm:cxn modelId="{E44B77C2-4704-479C-8327-B24812631425}" srcId="{2076CB2F-1ABA-495D-BF72-08B57CEACBC9}" destId="{73B6D25A-EF01-47DA-9CF5-CAC837BB0D7B}" srcOrd="0" destOrd="0" parTransId="{66D7824F-64E4-4B53-94E4-081D16C3255D}" sibTransId="{20D50138-3F3B-4FC2-A938-DEA2B84EB5E6}"/>
    <dgm:cxn modelId="{4C8018CA-4FA3-4A3D-A9D2-F9BEF9C3B001}" srcId="{8E7CF4D3-D764-4E38-9799-DCD029951AA6}" destId="{80D0A1FF-1F29-4E32-B3E8-B00311344CC6}" srcOrd="2" destOrd="0" parTransId="{0C437412-D51C-44C8-A24A-F47A36F4BDA4}" sibTransId="{C40047C5-664A-49E5-9EA9-F40B0EB3E103}"/>
    <dgm:cxn modelId="{21A4F9D8-BA96-444A-9FEA-F66ED4F8E58D}" type="presOf" srcId="{41DE8A81-3FDD-467E-B38E-35AB57090FA4}" destId="{E518418B-7549-4897-92E5-9696E7EE949D}" srcOrd="0" destOrd="0" presId="urn:microsoft.com/office/officeart/2005/8/layout/vList5"/>
    <dgm:cxn modelId="{F711D6E8-F521-4880-B982-B8F6A5A285C5}" srcId="{74C5A372-BCDD-4D33-BE4D-16F3BBA83161}" destId="{7A687967-4B12-405C-A092-B501BF33CB3B}" srcOrd="1" destOrd="0" parTransId="{834A9B8A-1AC9-49F0-9AD9-813EF1433FF9}" sibTransId="{970812F9-67D4-4092-B461-AE3511D2A15F}"/>
    <dgm:cxn modelId="{045380EF-D204-4A02-8BE3-860EB0B2977E}" type="presOf" srcId="{73B6D25A-EF01-47DA-9CF5-CAC837BB0D7B}" destId="{D24F0A04-7850-476D-A012-660FCFBECC86}" srcOrd="0" destOrd="0" presId="urn:microsoft.com/office/officeart/2005/8/layout/vList5"/>
    <dgm:cxn modelId="{B81952F2-E0BA-4D08-8C57-9126863C17BC}" srcId="{8E7CF4D3-D764-4E38-9799-DCD029951AA6}" destId="{2076CB2F-1ABA-495D-BF72-08B57CEACBC9}" srcOrd="1" destOrd="0" parTransId="{71397DE9-7CED-4042-A730-56E0389B6231}" sibTransId="{81286A1E-884D-4B88-B152-08F6E7FEF7C2}"/>
    <dgm:cxn modelId="{6FBA0AF9-B406-44D7-8DEB-80041C1179B2}" type="presOf" srcId="{74C5A372-BCDD-4D33-BE4D-16F3BBA83161}" destId="{BFD59977-84B9-41CF-8F6D-1510A91549C6}" srcOrd="0" destOrd="0" presId="urn:microsoft.com/office/officeart/2005/8/layout/vList5"/>
    <dgm:cxn modelId="{9CD9D85B-0AC0-444F-A265-F517FC7C29AE}" type="presParOf" srcId="{CE95F632-DDFD-4318-9818-26F926D5D15A}" destId="{121EB68F-0B3D-4ED1-BC8B-6A74FC10CB97}" srcOrd="0" destOrd="0" presId="urn:microsoft.com/office/officeart/2005/8/layout/vList5"/>
    <dgm:cxn modelId="{9BFC9765-5A5C-4CE8-8F52-F0C4813A3942}" type="presParOf" srcId="{121EB68F-0B3D-4ED1-BC8B-6A74FC10CB97}" destId="{BFD59977-84B9-41CF-8F6D-1510A91549C6}" srcOrd="0" destOrd="0" presId="urn:microsoft.com/office/officeart/2005/8/layout/vList5"/>
    <dgm:cxn modelId="{C556DD16-F1C4-4EB0-B5AB-27CDB6DD5F7C}" type="presParOf" srcId="{121EB68F-0B3D-4ED1-BC8B-6A74FC10CB97}" destId="{AB42DDFC-C609-4E81-BB3B-F881AD90A036}" srcOrd="1" destOrd="0" presId="urn:microsoft.com/office/officeart/2005/8/layout/vList5"/>
    <dgm:cxn modelId="{BC7C9E93-1ADF-46AB-A543-CC7893D96D0D}" type="presParOf" srcId="{CE95F632-DDFD-4318-9818-26F926D5D15A}" destId="{7AB7F7B6-322F-42A2-9E4E-0EC5E27651D3}" srcOrd="1" destOrd="0" presId="urn:microsoft.com/office/officeart/2005/8/layout/vList5"/>
    <dgm:cxn modelId="{9454C5EA-E7B1-4473-BC13-C56C0CE83646}" type="presParOf" srcId="{CE95F632-DDFD-4318-9818-26F926D5D15A}" destId="{68B5DA51-033C-46BE-888C-8E524D275CCC}" srcOrd="2" destOrd="0" presId="urn:microsoft.com/office/officeart/2005/8/layout/vList5"/>
    <dgm:cxn modelId="{89D16D41-A4CB-46E1-8671-68390E9D1FB5}" type="presParOf" srcId="{68B5DA51-033C-46BE-888C-8E524D275CCC}" destId="{F1D0431C-264D-4726-AA26-3F1366ED6EA6}" srcOrd="0" destOrd="0" presId="urn:microsoft.com/office/officeart/2005/8/layout/vList5"/>
    <dgm:cxn modelId="{89E11868-693D-4FD4-92D9-590163FEC325}" type="presParOf" srcId="{68B5DA51-033C-46BE-888C-8E524D275CCC}" destId="{D24F0A04-7850-476D-A012-660FCFBECC86}" srcOrd="1" destOrd="0" presId="urn:microsoft.com/office/officeart/2005/8/layout/vList5"/>
    <dgm:cxn modelId="{0CB69790-B4FD-435F-B791-023B5A2268E0}" type="presParOf" srcId="{CE95F632-DDFD-4318-9818-26F926D5D15A}" destId="{7D79A66F-1C8B-4702-A061-0F48B9DE64D3}" srcOrd="3" destOrd="0" presId="urn:microsoft.com/office/officeart/2005/8/layout/vList5"/>
    <dgm:cxn modelId="{58BC07F0-93AB-4E08-91F2-7B1BCDB45606}" type="presParOf" srcId="{CE95F632-DDFD-4318-9818-26F926D5D15A}" destId="{1DD302F5-ECA4-4644-85A7-5A2B22DA48D3}" srcOrd="4" destOrd="0" presId="urn:microsoft.com/office/officeart/2005/8/layout/vList5"/>
    <dgm:cxn modelId="{B33559AE-E247-46C4-B8EE-4EB49F84C2F3}" type="presParOf" srcId="{1DD302F5-ECA4-4644-85A7-5A2B22DA48D3}" destId="{23D2236A-3CBB-4B42-9645-E258F6706535}" srcOrd="0" destOrd="0" presId="urn:microsoft.com/office/officeart/2005/8/layout/vList5"/>
    <dgm:cxn modelId="{C2B78B5F-D61C-4584-A9DC-66E994B358C2}" type="presParOf" srcId="{1DD302F5-ECA4-4644-85A7-5A2B22DA48D3}" destId="{E518418B-7549-4897-92E5-9696E7EE949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847CF1D-A9D3-4A3B-A640-286BB8F9FCB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77C27ED-3201-4C8C-B51C-811FE49F5767}">
      <dgm:prSet phldrT="[Text]"/>
      <dgm:spPr/>
      <dgm:t>
        <a:bodyPr/>
        <a:lstStyle/>
        <a:p>
          <a:r>
            <a:rPr lang="en-US" dirty="0">
              <a:latin typeface="+mj-lt"/>
            </a:rPr>
            <a:t>YARN</a:t>
          </a:r>
          <a:endParaRPr lang="en-IN" dirty="0">
            <a:latin typeface="+mj-lt"/>
          </a:endParaRPr>
        </a:p>
      </dgm:t>
    </dgm:pt>
    <dgm:pt modelId="{67C44A47-0C2B-4399-8754-488EF424DFD2}" type="parTrans" cxnId="{7C69F007-927D-401F-A3FC-B1859F58CB99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85E69842-50E6-435B-9E8F-657BDD099397}" type="sibTrans" cxnId="{7C69F007-927D-401F-A3FC-B1859F58CB99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0B9AAFC7-C87D-450C-87EC-2379A67D42E8}">
      <dgm:prSet phldrT="[Text]"/>
      <dgm:spPr/>
      <dgm:t>
        <a:bodyPr/>
        <a:lstStyle/>
        <a:p>
          <a:r>
            <a:rPr lang="en-US" dirty="0">
              <a:latin typeface="+mj-lt"/>
            </a:rPr>
            <a:t>Allocates system resources to various applications running in a cluster</a:t>
          </a:r>
          <a:endParaRPr lang="en-IN" dirty="0">
            <a:latin typeface="+mj-lt"/>
          </a:endParaRPr>
        </a:p>
      </dgm:t>
    </dgm:pt>
    <dgm:pt modelId="{2F3453ED-99BB-4483-8D4A-2F89C5A38C66}" type="parTrans" cxnId="{F23A0238-6483-4B5E-A195-318BE80793C5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7789CAC6-F799-49FF-8A40-A7CAB02645FF}" type="sibTrans" cxnId="{F23A0238-6483-4B5E-A195-318BE80793C5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8772832D-19DC-4060-93ED-0989E243A697}">
      <dgm:prSet phldrT="[Text]"/>
      <dgm:spPr/>
      <dgm:t>
        <a:bodyPr/>
        <a:lstStyle/>
        <a:p>
          <a:r>
            <a:rPr lang="en-US" dirty="0">
              <a:latin typeface="+mj-lt"/>
            </a:rPr>
            <a:t>Schedules tasks to be executed on different cluster nodes – supports multiple scheduling methods</a:t>
          </a:r>
          <a:endParaRPr lang="en-IN" dirty="0">
            <a:latin typeface="+mj-lt"/>
          </a:endParaRPr>
        </a:p>
      </dgm:t>
    </dgm:pt>
    <dgm:pt modelId="{073084A1-E174-4DDC-AB6B-60FE419850FD}" type="parTrans" cxnId="{000D1F14-A21F-4AB6-8117-A2B336221F33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AA0773EA-FC43-466B-A166-2CAB21BDAA9B}" type="sibTrans" cxnId="{000D1F14-A21F-4AB6-8117-A2B336221F33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5EB085FD-624B-43F7-AB59-D858B3E750EB}">
      <dgm:prSet phldrT="[Text]"/>
      <dgm:spPr/>
      <dgm:t>
        <a:bodyPr/>
        <a:lstStyle/>
        <a:p>
          <a:r>
            <a:rPr lang="en-US" dirty="0">
              <a:latin typeface="+mj-lt"/>
            </a:rPr>
            <a:t>Sits between HDFS and the processing engines. </a:t>
          </a:r>
          <a:endParaRPr lang="en-IN" dirty="0">
            <a:latin typeface="+mj-lt"/>
          </a:endParaRPr>
        </a:p>
      </dgm:t>
    </dgm:pt>
    <dgm:pt modelId="{8BD219C9-6488-402F-9D23-3B9678A1F884}" type="parTrans" cxnId="{733866BA-2F13-4B4E-9668-3610C76F6600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6D594459-4525-4BEF-AC69-0873B28DF395}" type="sibTrans" cxnId="{733866BA-2F13-4B4E-9668-3610C76F6600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AC5874D9-6271-4DA9-8DB8-59C66166338E}">
      <dgm:prSet phldrT="[Text]"/>
      <dgm:spPr/>
      <dgm:t>
        <a:bodyPr/>
        <a:lstStyle/>
        <a:p>
          <a:r>
            <a:rPr lang="en-US" dirty="0">
              <a:latin typeface="+mj-lt"/>
            </a:rPr>
            <a:t>FIFO, Fair Scheduler, Capacity Scheduler</a:t>
          </a:r>
          <a:endParaRPr lang="en-IN" dirty="0">
            <a:latin typeface="+mj-lt"/>
          </a:endParaRPr>
        </a:p>
      </dgm:t>
    </dgm:pt>
    <dgm:pt modelId="{5E373B77-EFC6-4754-B267-806A1E568710}" type="parTrans" cxnId="{B8ABF48B-2DE6-4DC2-8330-6058EE800A07}">
      <dgm:prSet/>
      <dgm:spPr/>
      <dgm:t>
        <a:bodyPr/>
        <a:lstStyle/>
        <a:p>
          <a:endParaRPr lang="en-IN"/>
        </a:p>
      </dgm:t>
    </dgm:pt>
    <dgm:pt modelId="{50CA641F-4E1C-4D84-A4E9-F8E32421096F}" type="sibTrans" cxnId="{B8ABF48B-2DE6-4DC2-8330-6058EE800A07}">
      <dgm:prSet/>
      <dgm:spPr/>
      <dgm:t>
        <a:bodyPr/>
        <a:lstStyle/>
        <a:p>
          <a:endParaRPr lang="en-IN"/>
        </a:p>
      </dgm:t>
    </dgm:pt>
    <dgm:pt modelId="{DFA55BAB-B782-4937-9E8F-AAA63D1FC67B}" type="pres">
      <dgm:prSet presAssocID="{4847CF1D-A9D3-4A3B-A640-286BB8F9FCB5}" presName="vert0" presStyleCnt="0">
        <dgm:presLayoutVars>
          <dgm:dir/>
          <dgm:animOne val="branch"/>
          <dgm:animLvl val="lvl"/>
        </dgm:presLayoutVars>
      </dgm:prSet>
      <dgm:spPr/>
    </dgm:pt>
    <dgm:pt modelId="{EFD8AE4F-5975-4FA7-B74E-8E06410C5AE0}" type="pres">
      <dgm:prSet presAssocID="{177C27ED-3201-4C8C-B51C-811FE49F5767}" presName="thickLine" presStyleLbl="alignNode1" presStyleIdx="0" presStyleCnt="1"/>
      <dgm:spPr/>
    </dgm:pt>
    <dgm:pt modelId="{133D16BD-AD7C-4D01-ADAA-0DC95A1BDB2D}" type="pres">
      <dgm:prSet presAssocID="{177C27ED-3201-4C8C-B51C-811FE49F5767}" presName="horz1" presStyleCnt="0"/>
      <dgm:spPr/>
    </dgm:pt>
    <dgm:pt modelId="{F808176F-01EA-4737-A293-6949FBE2766C}" type="pres">
      <dgm:prSet presAssocID="{177C27ED-3201-4C8C-B51C-811FE49F5767}" presName="tx1" presStyleLbl="revTx" presStyleIdx="0" presStyleCnt="5"/>
      <dgm:spPr/>
    </dgm:pt>
    <dgm:pt modelId="{8405968A-EC38-4A01-9963-BDEDB750B8FC}" type="pres">
      <dgm:prSet presAssocID="{177C27ED-3201-4C8C-B51C-811FE49F5767}" presName="vert1" presStyleCnt="0"/>
      <dgm:spPr/>
    </dgm:pt>
    <dgm:pt modelId="{5E695E75-BD10-441F-8E56-70AE4EC266B0}" type="pres">
      <dgm:prSet presAssocID="{0B9AAFC7-C87D-450C-87EC-2379A67D42E8}" presName="vertSpace2a" presStyleCnt="0"/>
      <dgm:spPr/>
    </dgm:pt>
    <dgm:pt modelId="{16135A32-23F2-4635-B50B-A6122858CD41}" type="pres">
      <dgm:prSet presAssocID="{0B9AAFC7-C87D-450C-87EC-2379A67D42E8}" presName="horz2" presStyleCnt="0"/>
      <dgm:spPr/>
    </dgm:pt>
    <dgm:pt modelId="{45B40B38-F89F-456E-8D67-194D9B1A4F79}" type="pres">
      <dgm:prSet presAssocID="{0B9AAFC7-C87D-450C-87EC-2379A67D42E8}" presName="horzSpace2" presStyleCnt="0"/>
      <dgm:spPr/>
    </dgm:pt>
    <dgm:pt modelId="{73D16734-8D27-48CE-8A03-1BB4B1561E70}" type="pres">
      <dgm:prSet presAssocID="{0B9AAFC7-C87D-450C-87EC-2379A67D42E8}" presName="tx2" presStyleLbl="revTx" presStyleIdx="1" presStyleCnt="5"/>
      <dgm:spPr/>
    </dgm:pt>
    <dgm:pt modelId="{90FAA404-D225-46A7-B13E-887372E9D0B7}" type="pres">
      <dgm:prSet presAssocID="{0B9AAFC7-C87D-450C-87EC-2379A67D42E8}" presName="vert2" presStyleCnt="0"/>
      <dgm:spPr/>
    </dgm:pt>
    <dgm:pt modelId="{A5EB7D65-C47E-4E5D-A09D-5807F6B9A662}" type="pres">
      <dgm:prSet presAssocID="{0B9AAFC7-C87D-450C-87EC-2379A67D42E8}" presName="thinLine2b" presStyleLbl="callout" presStyleIdx="0" presStyleCnt="4"/>
      <dgm:spPr/>
    </dgm:pt>
    <dgm:pt modelId="{B051B72A-FA3F-4D2C-BD40-7B2F7A49E8F5}" type="pres">
      <dgm:prSet presAssocID="{0B9AAFC7-C87D-450C-87EC-2379A67D42E8}" presName="vertSpace2b" presStyleCnt="0"/>
      <dgm:spPr/>
    </dgm:pt>
    <dgm:pt modelId="{2AE2D08A-8029-446D-9104-C331917F75AD}" type="pres">
      <dgm:prSet presAssocID="{8772832D-19DC-4060-93ED-0989E243A697}" presName="horz2" presStyleCnt="0"/>
      <dgm:spPr/>
    </dgm:pt>
    <dgm:pt modelId="{A2844FC2-8380-42BA-9EF9-E1606B9BFBAE}" type="pres">
      <dgm:prSet presAssocID="{8772832D-19DC-4060-93ED-0989E243A697}" presName="horzSpace2" presStyleCnt="0"/>
      <dgm:spPr/>
    </dgm:pt>
    <dgm:pt modelId="{6388D8E6-DBC0-4DEC-9944-70B34EEDF6C1}" type="pres">
      <dgm:prSet presAssocID="{8772832D-19DC-4060-93ED-0989E243A697}" presName="tx2" presStyleLbl="revTx" presStyleIdx="2" presStyleCnt="5"/>
      <dgm:spPr/>
    </dgm:pt>
    <dgm:pt modelId="{B21F0EF4-1BB5-4FF4-9960-270C2AB1D11A}" type="pres">
      <dgm:prSet presAssocID="{8772832D-19DC-4060-93ED-0989E243A697}" presName="vert2" presStyleCnt="0"/>
      <dgm:spPr/>
    </dgm:pt>
    <dgm:pt modelId="{41A5524E-1DA8-413D-931C-4BD976833480}" type="pres">
      <dgm:prSet presAssocID="{8772832D-19DC-4060-93ED-0989E243A697}" presName="thinLine2b" presStyleLbl="callout" presStyleIdx="1" presStyleCnt="4"/>
      <dgm:spPr/>
    </dgm:pt>
    <dgm:pt modelId="{F2A4031D-EF41-4F79-97BE-6E6338A8C270}" type="pres">
      <dgm:prSet presAssocID="{8772832D-19DC-4060-93ED-0989E243A697}" presName="vertSpace2b" presStyleCnt="0"/>
      <dgm:spPr/>
    </dgm:pt>
    <dgm:pt modelId="{A7AC4144-681B-4DD4-BACD-0F3853CFB38E}" type="pres">
      <dgm:prSet presAssocID="{AC5874D9-6271-4DA9-8DB8-59C66166338E}" presName="horz2" presStyleCnt="0"/>
      <dgm:spPr/>
    </dgm:pt>
    <dgm:pt modelId="{520E76E8-A07B-490A-B30D-C807178171AF}" type="pres">
      <dgm:prSet presAssocID="{AC5874D9-6271-4DA9-8DB8-59C66166338E}" presName="horzSpace2" presStyleCnt="0"/>
      <dgm:spPr/>
    </dgm:pt>
    <dgm:pt modelId="{433E1E71-9D9F-4A06-905C-3FAB1A1A4B11}" type="pres">
      <dgm:prSet presAssocID="{AC5874D9-6271-4DA9-8DB8-59C66166338E}" presName="tx2" presStyleLbl="revTx" presStyleIdx="3" presStyleCnt="5"/>
      <dgm:spPr/>
    </dgm:pt>
    <dgm:pt modelId="{BCD874DE-7353-4C56-9B8B-BE22E93898CF}" type="pres">
      <dgm:prSet presAssocID="{AC5874D9-6271-4DA9-8DB8-59C66166338E}" presName="vert2" presStyleCnt="0"/>
      <dgm:spPr/>
    </dgm:pt>
    <dgm:pt modelId="{65DF8728-4CD0-45DD-AC9B-068FE3B5F0AF}" type="pres">
      <dgm:prSet presAssocID="{AC5874D9-6271-4DA9-8DB8-59C66166338E}" presName="thinLine2b" presStyleLbl="callout" presStyleIdx="2" presStyleCnt="4"/>
      <dgm:spPr/>
    </dgm:pt>
    <dgm:pt modelId="{FF34C3C2-D927-41CC-B4AF-6754AAFF80BF}" type="pres">
      <dgm:prSet presAssocID="{AC5874D9-6271-4DA9-8DB8-59C66166338E}" presName="vertSpace2b" presStyleCnt="0"/>
      <dgm:spPr/>
    </dgm:pt>
    <dgm:pt modelId="{6958DDF6-1B2B-4CE2-8166-69CA972235A0}" type="pres">
      <dgm:prSet presAssocID="{5EB085FD-624B-43F7-AB59-D858B3E750EB}" presName="horz2" presStyleCnt="0"/>
      <dgm:spPr/>
    </dgm:pt>
    <dgm:pt modelId="{F8A66516-1BB6-4FA2-935C-979BF60D9D0F}" type="pres">
      <dgm:prSet presAssocID="{5EB085FD-624B-43F7-AB59-D858B3E750EB}" presName="horzSpace2" presStyleCnt="0"/>
      <dgm:spPr/>
    </dgm:pt>
    <dgm:pt modelId="{9C98DD6C-AC6D-46FB-90B6-AA458D5B1C58}" type="pres">
      <dgm:prSet presAssocID="{5EB085FD-624B-43F7-AB59-D858B3E750EB}" presName="tx2" presStyleLbl="revTx" presStyleIdx="4" presStyleCnt="5"/>
      <dgm:spPr/>
    </dgm:pt>
    <dgm:pt modelId="{DBF19700-2451-4936-90B9-3B6EE9FD7F22}" type="pres">
      <dgm:prSet presAssocID="{5EB085FD-624B-43F7-AB59-D858B3E750EB}" presName="vert2" presStyleCnt="0"/>
      <dgm:spPr/>
    </dgm:pt>
    <dgm:pt modelId="{3EC3BA91-58A5-4FB7-BE2D-09619C6DF8D5}" type="pres">
      <dgm:prSet presAssocID="{5EB085FD-624B-43F7-AB59-D858B3E750EB}" presName="thinLine2b" presStyleLbl="callout" presStyleIdx="3" presStyleCnt="4"/>
      <dgm:spPr/>
    </dgm:pt>
    <dgm:pt modelId="{66FB7221-A8A0-4FB3-8452-21D0629032DB}" type="pres">
      <dgm:prSet presAssocID="{5EB085FD-624B-43F7-AB59-D858B3E750EB}" presName="vertSpace2b" presStyleCnt="0"/>
      <dgm:spPr/>
    </dgm:pt>
  </dgm:ptLst>
  <dgm:cxnLst>
    <dgm:cxn modelId="{7C69F007-927D-401F-A3FC-B1859F58CB99}" srcId="{4847CF1D-A9D3-4A3B-A640-286BB8F9FCB5}" destId="{177C27ED-3201-4C8C-B51C-811FE49F5767}" srcOrd="0" destOrd="0" parTransId="{67C44A47-0C2B-4399-8754-488EF424DFD2}" sibTransId="{85E69842-50E6-435B-9E8F-657BDD099397}"/>
    <dgm:cxn modelId="{14DA4409-90DA-4439-9B09-7A2E4573E267}" type="presOf" srcId="{AC5874D9-6271-4DA9-8DB8-59C66166338E}" destId="{433E1E71-9D9F-4A06-905C-3FAB1A1A4B11}" srcOrd="0" destOrd="0" presId="urn:microsoft.com/office/officeart/2008/layout/LinedList"/>
    <dgm:cxn modelId="{000D1F14-A21F-4AB6-8117-A2B336221F33}" srcId="{177C27ED-3201-4C8C-B51C-811FE49F5767}" destId="{8772832D-19DC-4060-93ED-0989E243A697}" srcOrd="1" destOrd="0" parTransId="{073084A1-E174-4DDC-AB6B-60FE419850FD}" sibTransId="{AA0773EA-FC43-466B-A166-2CAB21BDAA9B}"/>
    <dgm:cxn modelId="{F23A0238-6483-4B5E-A195-318BE80793C5}" srcId="{177C27ED-3201-4C8C-B51C-811FE49F5767}" destId="{0B9AAFC7-C87D-450C-87EC-2379A67D42E8}" srcOrd="0" destOrd="0" parTransId="{2F3453ED-99BB-4483-8D4A-2F89C5A38C66}" sibTransId="{7789CAC6-F799-49FF-8A40-A7CAB02645FF}"/>
    <dgm:cxn modelId="{1A89554A-9493-483A-8442-2D28BB7F30FB}" type="presOf" srcId="{0B9AAFC7-C87D-450C-87EC-2379A67D42E8}" destId="{73D16734-8D27-48CE-8A03-1BB4B1561E70}" srcOrd="0" destOrd="0" presId="urn:microsoft.com/office/officeart/2008/layout/LinedList"/>
    <dgm:cxn modelId="{23616484-AB19-4513-B921-8BAC38D0B7C6}" type="presOf" srcId="{4847CF1D-A9D3-4A3B-A640-286BB8F9FCB5}" destId="{DFA55BAB-B782-4937-9E8F-AAA63D1FC67B}" srcOrd="0" destOrd="0" presId="urn:microsoft.com/office/officeart/2008/layout/LinedList"/>
    <dgm:cxn modelId="{B8ABF48B-2DE6-4DC2-8330-6058EE800A07}" srcId="{177C27ED-3201-4C8C-B51C-811FE49F5767}" destId="{AC5874D9-6271-4DA9-8DB8-59C66166338E}" srcOrd="2" destOrd="0" parTransId="{5E373B77-EFC6-4754-B267-806A1E568710}" sibTransId="{50CA641F-4E1C-4D84-A4E9-F8E32421096F}"/>
    <dgm:cxn modelId="{34BE5E9B-F907-49DF-9871-4E450C505DB8}" type="presOf" srcId="{5EB085FD-624B-43F7-AB59-D858B3E750EB}" destId="{9C98DD6C-AC6D-46FB-90B6-AA458D5B1C58}" srcOrd="0" destOrd="0" presId="urn:microsoft.com/office/officeart/2008/layout/LinedList"/>
    <dgm:cxn modelId="{F9E86BB4-80E8-4AB6-BCAC-06DC95087504}" type="presOf" srcId="{8772832D-19DC-4060-93ED-0989E243A697}" destId="{6388D8E6-DBC0-4DEC-9944-70B34EEDF6C1}" srcOrd="0" destOrd="0" presId="urn:microsoft.com/office/officeart/2008/layout/LinedList"/>
    <dgm:cxn modelId="{733866BA-2F13-4B4E-9668-3610C76F6600}" srcId="{177C27ED-3201-4C8C-B51C-811FE49F5767}" destId="{5EB085FD-624B-43F7-AB59-D858B3E750EB}" srcOrd="3" destOrd="0" parTransId="{8BD219C9-6488-402F-9D23-3B9678A1F884}" sibTransId="{6D594459-4525-4BEF-AC69-0873B28DF395}"/>
    <dgm:cxn modelId="{C3FE39CA-D059-4635-898C-F2BD5ECFA945}" type="presOf" srcId="{177C27ED-3201-4C8C-B51C-811FE49F5767}" destId="{F808176F-01EA-4737-A293-6949FBE2766C}" srcOrd="0" destOrd="0" presId="urn:microsoft.com/office/officeart/2008/layout/LinedList"/>
    <dgm:cxn modelId="{907745B6-19AD-4DA7-934E-06053B582D53}" type="presParOf" srcId="{DFA55BAB-B782-4937-9E8F-AAA63D1FC67B}" destId="{EFD8AE4F-5975-4FA7-B74E-8E06410C5AE0}" srcOrd="0" destOrd="0" presId="urn:microsoft.com/office/officeart/2008/layout/LinedList"/>
    <dgm:cxn modelId="{006EEC6C-CFA4-4F09-9A40-363561794AC5}" type="presParOf" srcId="{DFA55BAB-B782-4937-9E8F-AAA63D1FC67B}" destId="{133D16BD-AD7C-4D01-ADAA-0DC95A1BDB2D}" srcOrd="1" destOrd="0" presId="urn:microsoft.com/office/officeart/2008/layout/LinedList"/>
    <dgm:cxn modelId="{00B64AB2-0943-48FB-997B-857DD427BB82}" type="presParOf" srcId="{133D16BD-AD7C-4D01-ADAA-0DC95A1BDB2D}" destId="{F808176F-01EA-4737-A293-6949FBE2766C}" srcOrd="0" destOrd="0" presId="urn:microsoft.com/office/officeart/2008/layout/LinedList"/>
    <dgm:cxn modelId="{7D55D848-BB1A-4C40-8F0B-2176D27261EF}" type="presParOf" srcId="{133D16BD-AD7C-4D01-ADAA-0DC95A1BDB2D}" destId="{8405968A-EC38-4A01-9963-BDEDB750B8FC}" srcOrd="1" destOrd="0" presId="urn:microsoft.com/office/officeart/2008/layout/LinedList"/>
    <dgm:cxn modelId="{96D48A2F-B5BB-492B-947E-89631A4B3105}" type="presParOf" srcId="{8405968A-EC38-4A01-9963-BDEDB750B8FC}" destId="{5E695E75-BD10-441F-8E56-70AE4EC266B0}" srcOrd="0" destOrd="0" presId="urn:microsoft.com/office/officeart/2008/layout/LinedList"/>
    <dgm:cxn modelId="{B92B924F-7C14-4700-840D-1B26AD900ADB}" type="presParOf" srcId="{8405968A-EC38-4A01-9963-BDEDB750B8FC}" destId="{16135A32-23F2-4635-B50B-A6122858CD41}" srcOrd="1" destOrd="0" presId="urn:microsoft.com/office/officeart/2008/layout/LinedList"/>
    <dgm:cxn modelId="{56F79FDD-BEB9-48A9-B00E-B1C0BB6A4442}" type="presParOf" srcId="{16135A32-23F2-4635-B50B-A6122858CD41}" destId="{45B40B38-F89F-456E-8D67-194D9B1A4F79}" srcOrd="0" destOrd="0" presId="urn:microsoft.com/office/officeart/2008/layout/LinedList"/>
    <dgm:cxn modelId="{4F39F4F0-3284-449D-9923-68F7C2BA9577}" type="presParOf" srcId="{16135A32-23F2-4635-B50B-A6122858CD41}" destId="{73D16734-8D27-48CE-8A03-1BB4B1561E70}" srcOrd="1" destOrd="0" presId="urn:microsoft.com/office/officeart/2008/layout/LinedList"/>
    <dgm:cxn modelId="{AC031658-57B1-42C0-BD7D-3CAD53007B0C}" type="presParOf" srcId="{16135A32-23F2-4635-B50B-A6122858CD41}" destId="{90FAA404-D225-46A7-B13E-887372E9D0B7}" srcOrd="2" destOrd="0" presId="urn:microsoft.com/office/officeart/2008/layout/LinedList"/>
    <dgm:cxn modelId="{0286593C-ECE3-4CBE-9725-3493011C5A5C}" type="presParOf" srcId="{8405968A-EC38-4A01-9963-BDEDB750B8FC}" destId="{A5EB7D65-C47E-4E5D-A09D-5807F6B9A662}" srcOrd="2" destOrd="0" presId="urn:microsoft.com/office/officeart/2008/layout/LinedList"/>
    <dgm:cxn modelId="{1E0616BB-4BCD-46C4-8C6B-E1768A606E82}" type="presParOf" srcId="{8405968A-EC38-4A01-9963-BDEDB750B8FC}" destId="{B051B72A-FA3F-4D2C-BD40-7B2F7A49E8F5}" srcOrd="3" destOrd="0" presId="urn:microsoft.com/office/officeart/2008/layout/LinedList"/>
    <dgm:cxn modelId="{9C30B40A-F412-44DF-AC33-B0E60BA7C2F0}" type="presParOf" srcId="{8405968A-EC38-4A01-9963-BDEDB750B8FC}" destId="{2AE2D08A-8029-446D-9104-C331917F75AD}" srcOrd="4" destOrd="0" presId="urn:microsoft.com/office/officeart/2008/layout/LinedList"/>
    <dgm:cxn modelId="{B6298304-73ED-4741-9AC4-52D9D325F53F}" type="presParOf" srcId="{2AE2D08A-8029-446D-9104-C331917F75AD}" destId="{A2844FC2-8380-42BA-9EF9-E1606B9BFBAE}" srcOrd="0" destOrd="0" presId="urn:microsoft.com/office/officeart/2008/layout/LinedList"/>
    <dgm:cxn modelId="{9C897852-3477-4B85-9C25-0077231C2FD5}" type="presParOf" srcId="{2AE2D08A-8029-446D-9104-C331917F75AD}" destId="{6388D8E6-DBC0-4DEC-9944-70B34EEDF6C1}" srcOrd="1" destOrd="0" presId="urn:microsoft.com/office/officeart/2008/layout/LinedList"/>
    <dgm:cxn modelId="{09DC8E37-A05A-4B59-BA23-051C5D72B3EF}" type="presParOf" srcId="{2AE2D08A-8029-446D-9104-C331917F75AD}" destId="{B21F0EF4-1BB5-4FF4-9960-270C2AB1D11A}" srcOrd="2" destOrd="0" presId="urn:microsoft.com/office/officeart/2008/layout/LinedList"/>
    <dgm:cxn modelId="{7B235C06-0052-4D2A-9C26-6D572B4D92A8}" type="presParOf" srcId="{8405968A-EC38-4A01-9963-BDEDB750B8FC}" destId="{41A5524E-1DA8-413D-931C-4BD976833480}" srcOrd="5" destOrd="0" presId="urn:microsoft.com/office/officeart/2008/layout/LinedList"/>
    <dgm:cxn modelId="{49AA9A57-9915-467F-B825-4489E3470EC0}" type="presParOf" srcId="{8405968A-EC38-4A01-9963-BDEDB750B8FC}" destId="{F2A4031D-EF41-4F79-97BE-6E6338A8C270}" srcOrd="6" destOrd="0" presId="urn:microsoft.com/office/officeart/2008/layout/LinedList"/>
    <dgm:cxn modelId="{D0961BFA-3DDB-4976-A04E-8751763E3196}" type="presParOf" srcId="{8405968A-EC38-4A01-9963-BDEDB750B8FC}" destId="{A7AC4144-681B-4DD4-BACD-0F3853CFB38E}" srcOrd="7" destOrd="0" presId="urn:microsoft.com/office/officeart/2008/layout/LinedList"/>
    <dgm:cxn modelId="{C10E45F5-4DDC-48CD-97D9-B7B9FD8068A0}" type="presParOf" srcId="{A7AC4144-681B-4DD4-BACD-0F3853CFB38E}" destId="{520E76E8-A07B-490A-B30D-C807178171AF}" srcOrd="0" destOrd="0" presId="urn:microsoft.com/office/officeart/2008/layout/LinedList"/>
    <dgm:cxn modelId="{B3866147-6A9D-4661-B478-86459C9A9FC4}" type="presParOf" srcId="{A7AC4144-681B-4DD4-BACD-0F3853CFB38E}" destId="{433E1E71-9D9F-4A06-905C-3FAB1A1A4B11}" srcOrd="1" destOrd="0" presId="urn:microsoft.com/office/officeart/2008/layout/LinedList"/>
    <dgm:cxn modelId="{A6506659-D36B-493F-9824-E6F0B480EEE8}" type="presParOf" srcId="{A7AC4144-681B-4DD4-BACD-0F3853CFB38E}" destId="{BCD874DE-7353-4C56-9B8B-BE22E93898CF}" srcOrd="2" destOrd="0" presId="urn:microsoft.com/office/officeart/2008/layout/LinedList"/>
    <dgm:cxn modelId="{21D90532-F410-451A-A7CB-C0B152E11473}" type="presParOf" srcId="{8405968A-EC38-4A01-9963-BDEDB750B8FC}" destId="{65DF8728-4CD0-45DD-AC9B-068FE3B5F0AF}" srcOrd="8" destOrd="0" presId="urn:microsoft.com/office/officeart/2008/layout/LinedList"/>
    <dgm:cxn modelId="{667E77DA-2804-4B74-8B2E-E42C404E53B1}" type="presParOf" srcId="{8405968A-EC38-4A01-9963-BDEDB750B8FC}" destId="{FF34C3C2-D927-41CC-B4AF-6754AAFF80BF}" srcOrd="9" destOrd="0" presId="urn:microsoft.com/office/officeart/2008/layout/LinedList"/>
    <dgm:cxn modelId="{6EC73D9F-54D4-46A0-876C-3C3F72D50DC7}" type="presParOf" srcId="{8405968A-EC38-4A01-9963-BDEDB750B8FC}" destId="{6958DDF6-1B2B-4CE2-8166-69CA972235A0}" srcOrd="10" destOrd="0" presId="urn:microsoft.com/office/officeart/2008/layout/LinedList"/>
    <dgm:cxn modelId="{DF8BEE8B-355A-44CC-B91B-40427FC8E88D}" type="presParOf" srcId="{6958DDF6-1B2B-4CE2-8166-69CA972235A0}" destId="{F8A66516-1BB6-4FA2-935C-979BF60D9D0F}" srcOrd="0" destOrd="0" presId="urn:microsoft.com/office/officeart/2008/layout/LinedList"/>
    <dgm:cxn modelId="{6273A84B-1D10-4E9B-9205-3379644B1053}" type="presParOf" srcId="{6958DDF6-1B2B-4CE2-8166-69CA972235A0}" destId="{9C98DD6C-AC6D-46FB-90B6-AA458D5B1C58}" srcOrd="1" destOrd="0" presId="urn:microsoft.com/office/officeart/2008/layout/LinedList"/>
    <dgm:cxn modelId="{811954B4-72A7-4B58-A40B-9A3F7DC24E89}" type="presParOf" srcId="{6958DDF6-1B2B-4CE2-8166-69CA972235A0}" destId="{DBF19700-2451-4936-90B9-3B6EE9FD7F22}" srcOrd="2" destOrd="0" presId="urn:microsoft.com/office/officeart/2008/layout/LinedList"/>
    <dgm:cxn modelId="{DC1DD15F-5139-48C4-B896-01085549284F}" type="presParOf" srcId="{8405968A-EC38-4A01-9963-BDEDB750B8FC}" destId="{3EC3BA91-58A5-4FB7-BE2D-09619C6DF8D5}" srcOrd="11" destOrd="0" presId="urn:microsoft.com/office/officeart/2008/layout/LinedList"/>
    <dgm:cxn modelId="{25C47DAE-9A4F-4F26-BB1A-87EA6E0F6E4C}" type="presParOf" srcId="{8405968A-EC38-4A01-9963-BDEDB750B8FC}" destId="{66FB7221-A8A0-4FB3-8452-21D0629032DB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E7CF4D3-D764-4E38-9799-DCD029951AA6}" type="doc">
      <dgm:prSet loTypeId="urn:microsoft.com/office/officeart/2005/8/layout/vList5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4C5A372-BCDD-4D33-BE4D-16F3BBA83161}">
      <dgm:prSet phldrT="[Text]"/>
      <dgm:spPr/>
      <dgm:t>
        <a:bodyPr/>
        <a:lstStyle/>
        <a:p>
          <a:r>
            <a:rPr lang="en-US" dirty="0">
              <a:latin typeface="+mj-lt"/>
            </a:rPr>
            <a:t>Global Resource Manager</a:t>
          </a:r>
          <a:endParaRPr lang="en-IN" dirty="0">
            <a:latin typeface="+mj-lt"/>
          </a:endParaRPr>
        </a:p>
      </dgm:t>
    </dgm:pt>
    <dgm:pt modelId="{E56A8E7D-D673-4623-88E3-A33A33E3290B}" type="parTrans" cxnId="{93CE2E1A-DDC6-4B3D-83B2-FEFFFBEE3DF1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CA5ABDC7-6540-4603-930C-3FCAC182890F}" type="sibTrans" cxnId="{93CE2E1A-DDC6-4B3D-83B2-FEFFFBEE3DF1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B2A5217B-7EA0-46EC-9A4D-F5CEE1CA9A07}">
      <dgm:prSet phldrT="[Text]"/>
      <dgm:spPr/>
      <dgm:t>
        <a:bodyPr/>
        <a:lstStyle/>
        <a:p>
          <a:r>
            <a:rPr lang="en-US" dirty="0">
              <a:latin typeface="+mj-lt"/>
            </a:rPr>
            <a:t>Distributes resources amongst various applications</a:t>
          </a:r>
          <a:endParaRPr lang="en-IN" dirty="0">
            <a:latin typeface="+mj-lt"/>
          </a:endParaRPr>
        </a:p>
      </dgm:t>
    </dgm:pt>
    <dgm:pt modelId="{76AB7B32-0D2E-4D27-AEF1-72F27A39EE2C}" type="parTrans" cxnId="{DF476632-901C-4F75-8C3E-2D36C906F3C3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7949D7CA-C40B-451C-9ED1-D78F500E5212}" type="sibTrans" cxnId="{DF476632-901C-4F75-8C3E-2D36C906F3C3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2076CB2F-1ABA-495D-BF72-08B57CEACBC9}">
      <dgm:prSet phldrT="[Text]"/>
      <dgm:spPr/>
      <dgm:t>
        <a:bodyPr/>
        <a:lstStyle/>
        <a:p>
          <a:r>
            <a:rPr lang="en-US" dirty="0">
              <a:latin typeface="+mj-lt"/>
            </a:rPr>
            <a:t>Node Manager</a:t>
          </a:r>
          <a:endParaRPr lang="en-IN" dirty="0">
            <a:latin typeface="+mj-lt"/>
          </a:endParaRPr>
        </a:p>
      </dgm:t>
    </dgm:pt>
    <dgm:pt modelId="{71397DE9-7CED-4042-A730-56E0389B6231}" type="parTrans" cxnId="{B81952F2-E0BA-4D08-8C57-9126863C17BC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81286A1E-884D-4B88-B152-08F6E7FEF7C2}" type="sibTrans" cxnId="{B81952F2-E0BA-4D08-8C57-9126863C17BC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73B6D25A-EF01-47DA-9CF5-CAC837BB0D7B}">
      <dgm:prSet phldrT="[Text]"/>
      <dgm:spPr/>
      <dgm:t>
        <a:bodyPr/>
        <a:lstStyle/>
        <a:p>
          <a:r>
            <a:rPr lang="en-US" dirty="0">
              <a:latin typeface="+mj-lt"/>
            </a:rPr>
            <a:t>Each node has its own resource manager</a:t>
          </a:r>
          <a:endParaRPr lang="en-IN" dirty="0">
            <a:latin typeface="+mj-lt"/>
          </a:endParaRPr>
        </a:p>
      </dgm:t>
    </dgm:pt>
    <dgm:pt modelId="{66D7824F-64E4-4B53-94E4-081D16C3255D}" type="parTrans" cxnId="{E44B77C2-4704-479C-8327-B24812631425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20D50138-3F3B-4FC2-A938-DEA2B84EB5E6}" type="sibTrans" cxnId="{E44B77C2-4704-479C-8327-B24812631425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80D0A1FF-1F29-4E32-B3E8-B00311344CC6}">
      <dgm:prSet phldrT="[Text]"/>
      <dgm:spPr/>
      <dgm:t>
        <a:bodyPr/>
        <a:lstStyle/>
        <a:p>
          <a:r>
            <a:rPr lang="en-US" dirty="0">
              <a:latin typeface="+mj-lt"/>
            </a:rPr>
            <a:t>Application Master</a:t>
          </a:r>
          <a:endParaRPr lang="en-IN" dirty="0">
            <a:latin typeface="+mj-lt"/>
          </a:endParaRPr>
        </a:p>
      </dgm:t>
    </dgm:pt>
    <dgm:pt modelId="{0C437412-D51C-44C8-A24A-F47A36F4BDA4}" type="parTrans" cxnId="{4C8018CA-4FA3-4A3D-A9D2-F9BEF9C3B001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C40047C5-664A-49E5-9EA9-F40B0EB3E103}" type="sibTrans" cxnId="{4C8018CA-4FA3-4A3D-A9D2-F9BEF9C3B001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41DE8A81-3FDD-467E-B38E-35AB57090FA4}">
      <dgm:prSet phldrT="[Text]"/>
      <dgm:spPr/>
      <dgm:t>
        <a:bodyPr/>
        <a:lstStyle/>
        <a:p>
          <a:r>
            <a:rPr lang="en-US" dirty="0">
              <a:latin typeface="+mj-lt"/>
            </a:rPr>
            <a:t>Application-specific entity</a:t>
          </a:r>
          <a:endParaRPr lang="en-IN" dirty="0">
            <a:latin typeface="+mj-lt"/>
          </a:endParaRPr>
        </a:p>
      </dgm:t>
    </dgm:pt>
    <dgm:pt modelId="{0EA09B7B-98F8-4107-97A4-884A78A8296E}" type="parTrans" cxnId="{C086CE8F-1648-4C06-A68C-EA2556AFEC84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BF98A3A2-1853-4518-849B-42C4E7DEB6D6}" type="sibTrans" cxnId="{C086CE8F-1648-4C06-A68C-EA2556AFEC84}">
      <dgm:prSet/>
      <dgm:spPr/>
      <dgm:t>
        <a:bodyPr/>
        <a:lstStyle/>
        <a:p>
          <a:endParaRPr lang="en-IN">
            <a:latin typeface="+mj-lt"/>
          </a:endParaRPr>
        </a:p>
      </dgm:t>
    </dgm:pt>
    <dgm:pt modelId="{22B9CE07-16D7-4072-AE17-6BD8B3F202B5}">
      <dgm:prSet phldrT="[Text]"/>
      <dgm:spPr/>
      <dgm:t>
        <a:bodyPr/>
        <a:lstStyle/>
        <a:p>
          <a:r>
            <a:rPr lang="en-US" dirty="0">
              <a:latin typeface="+mj-lt"/>
            </a:rPr>
            <a:t>Scheduler: any scheduler can be plugged; allocation of resources ONLY, doesn’t monitor</a:t>
          </a:r>
          <a:endParaRPr lang="en-IN" dirty="0">
            <a:latin typeface="+mj-lt"/>
          </a:endParaRPr>
        </a:p>
      </dgm:t>
    </dgm:pt>
    <dgm:pt modelId="{A976CFAE-1D3D-412D-B803-B8B18429F8BE}" type="parTrans" cxnId="{098D7D5D-317E-4234-821D-7D0CA4D7CCB2}">
      <dgm:prSet/>
      <dgm:spPr/>
      <dgm:t>
        <a:bodyPr/>
        <a:lstStyle/>
        <a:p>
          <a:endParaRPr lang="en-IN"/>
        </a:p>
      </dgm:t>
    </dgm:pt>
    <dgm:pt modelId="{D5B873D4-9221-44C9-9980-6C5F1C3F99B9}" type="sibTrans" cxnId="{098D7D5D-317E-4234-821D-7D0CA4D7CCB2}">
      <dgm:prSet/>
      <dgm:spPr/>
      <dgm:t>
        <a:bodyPr/>
        <a:lstStyle/>
        <a:p>
          <a:endParaRPr lang="en-IN"/>
        </a:p>
      </dgm:t>
    </dgm:pt>
    <dgm:pt modelId="{4095E2C7-E9D5-4E59-8A00-18562A353AFC}">
      <dgm:prSet phldrT="[Text]"/>
      <dgm:spPr/>
      <dgm:t>
        <a:bodyPr/>
        <a:lstStyle/>
        <a:p>
          <a:r>
            <a:rPr lang="en-US" dirty="0" err="1">
              <a:latin typeface="+mj-lt"/>
            </a:rPr>
            <a:t>ApplicationManager</a:t>
          </a:r>
          <a:r>
            <a:rPr lang="en-US" dirty="0">
              <a:latin typeface="+mj-lt"/>
            </a:rPr>
            <a:t>: accepts job submissions, negotiates resources</a:t>
          </a:r>
          <a:endParaRPr lang="en-IN" dirty="0">
            <a:latin typeface="+mj-lt"/>
          </a:endParaRPr>
        </a:p>
      </dgm:t>
    </dgm:pt>
    <dgm:pt modelId="{FA4F396A-EC44-4FA7-A916-B98407F30B1F}" type="parTrans" cxnId="{AE0180FE-F3D4-4272-959D-13EACCBE7F24}">
      <dgm:prSet/>
      <dgm:spPr/>
      <dgm:t>
        <a:bodyPr/>
        <a:lstStyle/>
        <a:p>
          <a:endParaRPr lang="en-IN"/>
        </a:p>
      </dgm:t>
    </dgm:pt>
    <dgm:pt modelId="{29B73DD3-498F-47AA-A698-B7899DC677CC}" type="sibTrans" cxnId="{AE0180FE-F3D4-4272-959D-13EACCBE7F24}">
      <dgm:prSet/>
      <dgm:spPr/>
      <dgm:t>
        <a:bodyPr/>
        <a:lstStyle/>
        <a:p>
          <a:endParaRPr lang="en-IN"/>
        </a:p>
      </dgm:t>
    </dgm:pt>
    <dgm:pt modelId="{B57C529D-2655-4B81-A0A4-2BFFFC47D61B}">
      <dgm:prSet phldrT="[Text]"/>
      <dgm:spPr/>
      <dgm:t>
        <a:bodyPr/>
        <a:lstStyle/>
        <a:p>
          <a:r>
            <a:rPr lang="en-US" dirty="0">
              <a:latin typeface="+mj-lt"/>
            </a:rPr>
            <a:t>Monitors resource usage such as memory, CPU, disk, network</a:t>
          </a:r>
          <a:endParaRPr lang="en-IN" dirty="0">
            <a:latin typeface="+mj-lt"/>
          </a:endParaRPr>
        </a:p>
      </dgm:t>
    </dgm:pt>
    <dgm:pt modelId="{C9C1D1D2-3E71-4D25-B2B4-353A805167D1}" type="parTrans" cxnId="{0541E2D3-5D6F-4158-807E-A6F6C9C8CA68}">
      <dgm:prSet/>
      <dgm:spPr/>
      <dgm:t>
        <a:bodyPr/>
        <a:lstStyle/>
        <a:p>
          <a:endParaRPr lang="en-IN"/>
        </a:p>
      </dgm:t>
    </dgm:pt>
    <dgm:pt modelId="{D1800CBF-1234-418A-BF57-97D4DE3DE94E}" type="sibTrans" cxnId="{0541E2D3-5D6F-4158-807E-A6F6C9C8CA68}">
      <dgm:prSet/>
      <dgm:spPr/>
      <dgm:t>
        <a:bodyPr/>
        <a:lstStyle/>
        <a:p>
          <a:endParaRPr lang="en-IN"/>
        </a:p>
      </dgm:t>
    </dgm:pt>
    <dgm:pt modelId="{8FE5A1C2-976D-46A6-902A-423042780A55}">
      <dgm:prSet phldrT="[Text]"/>
      <dgm:spPr/>
      <dgm:t>
        <a:bodyPr/>
        <a:lstStyle/>
        <a:p>
          <a:r>
            <a:rPr lang="en-US" dirty="0">
              <a:latin typeface="+mj-lt"/>
            </a:rPr>
            <a:t>Reports resource usage to global </a:t>
          </a:r>
          <a:r>
            <a:rPr lang="en-US" dirty="0" err="1">
              <a:latin typeface="+mj-lt"/>
            </a:rPr>
            <a:t>ResourceManager</a:t>
          </a:r>
          <a:endParaRPr lang="en-IN" dirty="0">
            <a:latin typeface="+mj-lt"/>
          </a:endParaRPr>
        </a:p>
      </dgm:t>
    </dgm:pt>
    <dgm:pt modelId="{33EE41F6-482A-41D7-A381-0ADAC25D1C27}" type="parTrans" cxnId="{2F13BAD0-B9BC-44AC-B13B-47D896ED6447}">
      <dgm:prSet/>
      <dgm:spPr/>
      <dgm:t>
        <a:bodyPr/>
        <a:lstStyle/>
        <a:p>
          <a:endParaRPr lang="en-IN"/>
        </a:p>
      </dgm:t>
    </dgm:pt>
    <dgm:pt modelId="{6019D095-22FD-4CB9-AA19-B8AEE6DFF43B}" type="sibTrans" cxnId="{2F13BAD0-B9BC-44AC-B13B-47D896ED6447}">
      <dgm:prSet/>
      <dgm:spPr/>
      <dgm:t>
        <a:bodyPr/>
        <a:lstStyle/>
        <a:p>
          <a:endParaRPr lang="en-IN"/>
        </a:p>
      </dgm:t>
    </dgm:pt>
    <dgm:pt modelId="{6B708E21-F3EF-4112-AD20-86D15DBBBD91}">
      <dgm:prSet phldrT="[Text]"/>
      <dgm:spPr/>
      <dgm:t>
        <a:bodyPr/>
        <a:lstStyle/>
        <a:p>
          <a:r>
            <a:rPr lang="en-US" dirty="0">
              <a:latin typeface="+mj-lt"/>
            </a:rPr>
            <a:t>Negotiates required resources for execution</a:t>
          </a:r>
          <a:endParaRPr lang="en-IN" dirty="0">
            <a:latin typeface="+mj-lt"/>
          </a:endParaRPr>
        </a:p>
      </dgm:t>
    </dgm:pt>
    <dgm:pt modelId="{44002A28-7996-4857-A44D-06522C7DF0C3}" type="parTrans" cxnId="{480CC033-EDF7-447F-B518-29D7C7F1A9B9}">
      <dgm:prSet/>
      <dgm:spPr/>
      <dgm:t>
        <a:bodyPr/>
        <a:lstStyle/>
        <a:p>
          <a:endParaRPr lang="en-IN"/>
        </a:p>
      </dgm:t>
    </dgm:pt>
    <dgm:pt modelId="{266EC4E6-6BA4-486D-A144-484088552B58}" type="sibTrans" cxnId="{480CC033-EDF7-447F-B518-29D7C7F1A9B9}">
      <dgm:prSet/>
      <dgm:spPr/>
      <dgm:t>
        <a:bodyPr/>
        <a:lstStyle/>
        <a:p>
          <a:endParaRPr lang="en-IN"/>
        </a:p>
      </dgm:t>
    </dgm:pt>
    <dgm:pt modelId="{FFFAA59A-1AA1-4E39-BA84-C4E5755936C3}">
      <dgm:prSet phldrT="[Text]"/>
      <dgm:spPr/>
      <dgm:t>
        <a:bodyPr/>
        <a:lstStyle/>
        <a:p>
          <a:r>
            <a:rPr lang="en-US" dirty="0">
              <a:latin typeface="+mj-lt"/>
            </a:rPr>
            <a:t>Works with </a:t>
          </a:r>
          <a:r>
            <a:rPr lang="en-US" dirty="0" err="1">
              <a:latin typeface="+mj-lt"/>
            </a:rPr>
            <a:t>NodeManager</a:t>
          </a:r>
          <a:r>
            <a:rPr lang="en-US" dirty="0">
              <a:latin typeface="+mj-lt"/>
            </a:rPr>
            <a:t> for executing and monitoring component tasks</a:t>
          </a:r>
          <a:endParaRPr lang="en-IN" dirty="0">
            <a:latin typeface="+mj-lt"/>
          </a:endParaRPr>
        </a:p>
      </dgm:t>
    </dgm:pt>
    <dgm:pt modelId="{B53675B2-5388-42C1-B06E-25A7198E2227}" type="parTrans" cxnId="{A9E3F28D-F1DE-4B6D-92C3-E9431539CAE4}">
      <dgm:prSet/>
      <dgm:spPr/>
      <dgm:t>
        <a:bodyPr/>
        <a:lstStyle/>
        <a:p>
          <a:endParaRPr lang="en-IN"/>
        </a:p>
      </dgm:t>
    </dgm:pt>
    <dgm:pt modelId="{2AB8E2E2-76FB-43C5-A1CA-8292617C8E02}" type="sibTrans" cxnId="{A9E3F28D-F1DE-4B6D-92C3-E9431539CAE4}">
      <dgm:prSet/>
      <dgm:spPr/>
      <dgm:t>
        <a:bodyPr/>
        <a:lstStyle/>
        <a:p>
          <a:endParaRPr lang="en-IN"/>
        </a:p>
      </dgm:t>
    </dgm:pt>
    <dgm:pt modelId="{A849838A-C5E7-4263-9B19-5FCF8FE29BB3}">
      <dgm:prSet phldrT="[Text]"/>
      <dgm:spPr/>
      <dgm:t>
        <a:bodyPr/>
        <a:lstStyle/>
        <a:p>
          <a:r>
            <a:rPr lang="en-US" dirty="0">
              <a:latin typeface="+mj-lt"/>
            </a:rPr>
            <a:t>Container</a:t>
          </a:r>
          <a:endParaRPr lang="en-IN" dirty="0">
            <a:latin typeface="+mj-lt"/>
          </a:endParaRPr>
        </a:p>
      </dgm:t>
    </dgm:pt>
    <dgm:pt modelId="{8FC858CC-93D6-4959-979B-173F554D9174}" type="parTrans" cxnId="{AAA56B62-091D-406C-9C2E-4462A229654F}">
      <dgm:prSet/>
      <dgm:spPr/>
      <dgm:t>
        <a:bodyPr/>
        <a:lstStyle/>
        <a:p>
          <a:endParaRPr lang="en-IN"/>
        </a:p>
      </dgm:t>
    </dgm:pt>
    <dgm:pt modelId="{F25D0403-C828-4F46-B11E-E55FABF5B645}" type="sibTrans" cxnId="{AAA56B62-091D-406C-9C2E-4462A229654F}">
      <dgm:prSet/>
      <dgm:spPr/>
      <dgm:t>
        <a:bodyPr/>
        <a:lstStyle/>
        <a:p>
          <a:endParaRPr lang="en-IN"/>
        </a:p>
      </dgm:t>
    </dgm:pt>
    <dgm:pt modelId="{1733B990-5AB6-4689-B978-6CFFBE363292}">
      <dgm:prSet phldrT="[Text]"/>
      <dgm:spPr/>
      <dgm:t>
        <a:bodyPr/>
        <a:lstStyle/>
        <a:p>
          <a:r>
            <a:rPr lang="en-US" dirty="0">
              <a:latin typeface="+mj-lt"/>
            </a:rPr>
            <a:t>Basic unit of allocation</a:t>
          </a:r>
          <a:endParaRPr lang="en-IN" dirty="0">
            <a:latin typeface="+mj-lt"/>
          </a:endParaRPr>
        </a:p>
      </dgm:t>
    </dgm:pt>
    <dgm:pt modelId="{8A642C79-C88C-4A42-B724-7140F91D5FC9}" type="sibTrans" cxnId="{208D1308-D0C8-4E1D-8B0C-115F2930F806}">
      <dgm:prSet/>
      <dgm:spPr/>
      <dgm:t>
        <a:bodyPr/>
        <a:lstStyle/>
        <a:p>
          <a:endParaRPr lang="en-IN"/>
        </a:p>
      </dgm:t>
    </dgm:pt>
    <dgm:pt modelId="{DC2718BC-6908-4226-88D8-D1D29F0C6FFB}" type="parTrans" cxnId="{208D1308-D0C8-4E1D-8B0C-115F2930F806}">
      <dgm:prSet/>
      <dgm:spPr/>
      <dgm:t>
        <a:bodyPr/>
        <a:lstStyle/>
        <a:p>
          <a:endParaRPr lang="en-IN"/>
        </a:p>
      </dgm:t>
    </dgm:pt>
    <dgm:pt modelId="{8270A078-90F5-4B16-8AC7-0D201EA13415}">
      <dgm:prSet phldrT="[Text]"/>
      <dgm:spPr/>
      <dgm:t>
        <a:bodyPr/>
        <a:lstStyle/>
        <a:p>
          <a:r>
            <a:rPr lang="en-US" dirty="0">
              <a:latin typeface="+mj-lt"/>
            </a:rPr>
            <a:t>Fine-grained resource allocation across multiple resource types</a:t>
          </a:r>
          <a:endParaRPr lang="en-IN" dirty="0">
            <a:latin typeface="+mj-lt"/>
          </a:endParaRPr>
        </a:p>
      </dgm:t>
    </dgm:pt>
    <dgm:pt modelId="{20989FA0-DCE1-4709-901E-A821D0FF4CEC}" type="parTrans" cxnId="{F1DE506E-B153-4263-9376-5E191D96DD44}">
      <dgm:prSet/>
      <dgm:spPr/>
      <dgm:t>
        <a:bodyPr/>
        <a:lstStyle/>
        <a:p>
          <a:endParaRPr lang="en-IN"/>
        </a:p>
      </dgm:t>
    </dgm:pt>
    <dgm:pt modelId="{CC8A9F4B-A34A-4946-9F8E-E68929AEEDAA}" type="sibTrans" cxnId="{F1DE506E-B153-4263-9376-5E191D96DD44}">
      <dgm:prSet/>
      <dgm:spPr/>
      <dgm:t>
        <a:bodyPr/>
        <a:lstStyle/>
        <a:p>
          <a:endParaRPr lang="en-IN"/>
        </a:p>
      </dgm:t>
    </dgm:pt>
    <dgm:pt modelId="{30342337-9142-4C18-BE37-6BA0CE8F6FEB}">
      <dgm:prSet phldrT="[Text]"/>
      <dgm:spPr/>
      <dgm:t>
        <a:bodyPr/>
        <a:lstStyle/>
        <a:p>
          <a:r>
            <a:rPr lang="en-US" dirty="0">
              <a:latin typeface="+mj-lt"/>
            </a:rPr>
            <a:t>container_0: 2 GB, 1 CPU, container_1: 1 GB, 6 CPU </a:t>
          </a:r>
          <a:endParaRPr lang="en-IN" dirty="0">
            <a:latin typeface="+mj-lt"/>
          </a:endParaRPr>
        </a:p>
      </dgm:t>
    </dgm:pt>
    <dgm:pt modelId="{A9F26990-6ACB-452A-BD56-E4E975E89281}" type="parTrans" cxnId="{07472435-4F48-44CD-B554-CF664F06D53C}">
      <dgm:prSet/>
      <dgm:spPr/>
      <dgm:t>
        <a:bodyPr/>
        <a:lstStyle/>
        <a:p>
          <a:endParaRPr lang="en-IN"/>
        </a:p>
      </dgm:t>
    </dgm:pt>
    <dgm:pt modelId="{4ABD84AE-B74C-40B5-B032-13CF0760C419}" type="sibTrans" cxnId="{07472435-4F48-44CD-B554-CF664F06D53C}">
      <dgm:prSet/>
      <dgm:spPr/>
      <dgm:t>
        <a:bodyPr/>
        <a:lstStyle/>
        <a:p>
          <a:endParaRPr lang="en-IN"/>
        </a:p>
      </dgm:t>
    </dgm:pt>
    <dgm:pt modelId="{CE95F632-DDFD-4318-9818-26F926D5D15A}" type="pres">
      <dgm:prSet presAssocID="{8E7CF4D3-D764-4E38-9799-DCD029951AA6}" presName="Name0" presStyleCnt="0">
        <dgm:presLayoutVars>
          <dgm:dir/>
          <dgm:animLvl val="lvl"/>
          <dgm:resizeHandles val="exact"/>
        </dgm:presLayoutVars>
      </dgm:prSet>
      <dgm:spPr/>
    </dgm:pt>
    <dgm:pt modelId="{121EB68F-0B3D-4ED1-BC8B-6A74FC10CB97}" type="pres">
      <dgm:prSet presAssocID="{74C5A372-BCDD-4D33-BE4D-16F3BBA83161}" presName="linNode" presStyleCnt="0"/>
      <dgm:spPr/>
    </dgm:pt>
    <dgm:pt modelId="{BFD59977-84B9-41CF-8F6D-1510A91549C6}" type="pres">
      <dgm:prSet presAssocID="{74C5A372-BCDD-4D33-BE4D-16F3BBA83161}" presName="parentText" presStyleLbl="node1" presStyleIdx="0" presStyleCnt="4" custScaleX="49308">
        <dgm:presLayoutVars>
          <dgm:chMax val="1"/>
          <dgm:bulletEnabled val="1"/>
        </dgm:presLayoutVars>
      </dgm:prSet>
      <dgm:spPr/>
    </dgm:pt>
    <dgm:pt modelId="{AB42DDFC-C609-4E81-BB3B-F881AD90A036}" type="pres">
      <dgm:prSet presAssocID="{74C5A372-BCDD-4D33-BE4D-16F3BBA83161}" presName="descendantText" presStyleLbl="alignAccFollowNode1" presStyleIdx="0" presStyleCnt="4" custScaleX="141258">
        <dgm:presLayoutVars>
          <dgm:bulletEnabled val="1"/>
        </dgm:presLayoutVars>
      </dgm:prSet>
      <dgm:spPr/>
    </dgm:pt>
    <dgm:pt modelId="{7AB7F7B6-322F-42A2-9E4E-0EC5E27651D3}" type="pres">
      <dgm:prSet presAssocID="{CA5ABDC7-6540-4603-930C-3FCAC182890F}" presName="sp" presStyleCnt="0"/>
      <dgm:spPr/>
    </dgm:pt>
    <dgm:pt modelId="{68B5DA51-033C-46BE-888C-8E524D275CCC}" type="pres">
      <dgm:prSet presAssocID="{2076CB2F-1ABA-495D-BF72-08B57CEACBC9}" presName="linNode" presStyleCnt="0"/>
      <dgm:spPr/>
    </dgm:pt>
    <dgm:pt modelId="{F1D0431C-264D-4726-AA26-3F1366ED6EA6}" type="pres">
      <dgm:prSet presAssocID="{2076CB2F-1ABA-495D-BF72-08B57CEACBC9}" presName="parentText" presStyleLbl="node1" presStyleIdx="1" presStyleCnt="4" custScaleX="64985">
        <dgm:presLayoutVars>
          <dgm:chMax val="1"/>
          <dgm:bulletEnabled val="1"/>
        </dgm:presLayoutVars>
      </dgm:prSet>
      <dgm:spPr/>
    </dgm:pt>
    <dgm:pt modelId="{D24F0A04-7850-476D-A012-660FCFBECC86}" type="pres">
      <dgm:prSet presAssocID="{2076CB2F-1ABA-495D-BF72-08B57CEACBC9}" presName="descendantText" presStyleLbl="alignAccFollowNode1" presStyleIdx="1" presStyleCnt="4" custScaleX="189958">
        <dgm:presLayoutVars>
          <dgm:bulletEnabled val="1"/>
        </dgm:presLayoutVars>
      </dgm:prSet>
      <dgm:spPr/>
    </dgm:pt>
    <dgm:pt modelId="{7D79A66F-1C8B-4702-A061-0F48B9DE64D3}" type="pres">
      <dgm:prSet presAssocID="{81286A1E-884D-4B88-B152-08F6E7FEF7C2}" presName="sp" presStyleCnt="0"/>
      <dgm:spPr/>
    </dgm:pt>
    <dgm:pt modelId="{1DD302F5-ECA4-4644-85A7-5A2B22DA48D3}" type="pres">
      <dgm:prSet presAssocID="{80D0A1FF-1F29-4E32-B3E8-B00311344CC6}" presName="linNode" presStyleCnt="0"/>
      <dgm:spPr/>
    </dgm:pt>
    <dgm:pt modelId="{23D2236A-3CBB-4B42-9645-E258F6706535}" type="pres">
      <dgm:prSet presAssocID="{80D0A1FF-1F29-4E32-B3E8-B00311344CC6}" presName="parentText" presStyleLbl="node1" presStyleIdx="2" presStyleCnt="4" custScaleX="50022">
        <dgm:presLayoutVars>
          <dgm:chMax val="1"/>
          <dgm:bulletEnabled val="1"/>
        </dgm:presLayoutVars>
      </dgm:prSet>
      <dgm:spPr/>
    </dgm:pt>
    <dgm:pt modelId="{E518418B-7549-4897-92E5-9696E7EE949D}" type="pres">
      <dgm:prSet presAssocID="{80D0A1FF-1F29-4E32-B3E8-B00311344CC6}" presName="descendantText" presStyleLbl="alignAccFollowNode1" presStyleIdx="2" presStyleCnt="4" custScaleX="154790">
        <dgm:presLayoutVars>
          <dgm:bulletEnabled val="1"/>
        </dgm:presLayoutVars>
      </dgm:prSet>
      <dgm:spPr/>
    </dgm:pt>
    <dgm:pt modelId="{17D789B3-D2D7-43AE-985D-197A6D83AE5F}" type="pres">
      <dgm:prSet presAssocID="{C40047C5-664A-49E5-9EA9-F40B0EB3E103}" presName="sp" presStyleCnt="0"/>
      <dgm:spPr/>
    </dgm:pt>
    <dgm:pt modelId="{08366FB3-BC64-46F2-9182-4431E54C30C8}" type="pres">
      <dgm:prSet presAssocID="{A849838A-C5E7-4263-9B19-5FCF8FE29BB3}" presName="linNode" presStyleCnt="0"/>
      <dgm:spPr/>
    </dgm:pt>
    <dgm:pt modelId="{DB3C639B-6414-4903-BD5D-B5D7456560B8}" type="pres">
      <dgm:prSet presAssocID="{A849838A-C5E7-4263-9B19-5FCF8FE29BB3}" presName="parentText" presStyleLbl="node1" presStyleIdx="3" presStyleCnt="4" custScaleX="46737">
        <dgm:presLayoutVars>
          <dgm:chMax val="1"/>
          <dgm:bulletEnabled val="1"/>
        </dgm:presLayoutVars>
      </dgm:prSet>
      <dgm:spPr/>
    </dgm:pt>
    <dgm:pt modelId="{AE07ED35-8E48-4499-9754-8FF5C54F8E17}" type="pres">
      <dgm:prSet presAssocID="{A849838A-C5E7-4263-9B19-5FCF8FE29BB3}" presName="descendantText" presStyleLbl="alignAccFollowNode1" presStyleIdx="3" presStyleCnt="4" custScaleX="140362">
        <dgm:presLayoutVars>
          <dgm:bulletEnabled val="1"/>
        </dgm:presLayoutVars>
      </dgm:prSet>
      <dgm:spPr/>
    </dgm:pt>
  </dgm:ptLst>
  <dgm:cxnLst>
    <dgm:cxn modelId="{208D1308-D0C8-4E1D-8B0C-115F2930F806}" srcId="{A849838A-C5E7-4263-9B19-5FCF8FE29BB3}" destId="{1733B990-5AB6-4689-B978-6CFFBE363292}" srcOrd="0" destOrd="0" parTransId="{DC2718BC-6908-4226-88D8-D1D29F0C6FFB}" sibTransId="{8A642C79-C88C-4A42-B724-7140F91D5FC9}"/>
    <dgm:cxn modelId="{93CE2E1A-DDC6-4B3D-83B2-FEFFFBEE3DF1}" srcId="{8E7CF4D3-D764-4E38-9799-DCD029951AA6}" destId="{74C5A372-BCDD-4D33-BE4D-16F3BBA83161}" srcOrd="0" destOrd="0" parTransId="{E56A8E7D-D673-4623-88E3-A33A33E3290B}" sibTransId="{CA5ABDC7-6540-4603-930C-3FCAC182890F}"/>
    <dgm:cxn modelId="{95E78D25-F3C9-4837-AFBA-04FEC6BC9847}" type="presOf" srcId="{6B708E21-F3EF-4112-AD20-86D15DBBBD91}" destId="{E518418B-7549-4897-92E5-9696E7EE949D}" srcOrd="0" destOrd="1" presId="urn:microsoft.com/office/officeart/2005/8/layout/vList5"/>
    <dgm:cxn modelId="{A7C23E26-B299-42D3-AEC2-77A341904223}" type="presOf" srcId="{4095E2C7-E9D5-4E59-8A00-18562A353AFC}" destId="{AB42DDFC-C609-4E81-BB3B-F881AD90A036}" srcOrd="0" destOrd="2" presId="urn:microsoft.com/office/officeart/2005/8/layout/vList5"/>
    <dgm:cxn modelId="{DF476632-901C-4F75-8C3E-2D36C906F3C3}" srcId="{74C5A372-BCDD-4D33-BE4D-16F3BBA83161}" destId="{B2A5217B-7EA0-46EC-9A4D-F5CEE1CA9A07}" srcOrd="0" destOrd="0" parTransId="{76AB7B32-0D2E-4D27-AEF1-72F27A39EE2C}" sibTransId="{7949D7CA-C40B-451C-9ED1-D78F500E5212}"/>
    <dgm:cxn modelId="{480CC033-EDF7-447F-B518-29D7C7F1A9B9}" srcId="{80D0A1FF-1F29-4E32-B3E8-B00311344CC6}" destId="{6B708E21-F3EF-4112-AD20-86D15DBBBD91}" srcOrd="1" destOrd="0" parTransId="{44002A28-7996-4857-A44D-06522C7DF0C3}" sibTransId="{266EC4E6-6BA4-486D-A144-484088552B58}"/>
    <dgm:cxn modelId="{07472435-4F48-44CD-B554-CF664F06D53C}" srcId="{A849838A-C5E7-4263-9B19-5FCF8FE29BB3}" destId="{30342337-9142-4C18-BE37-6BA0CE8F6FEB}" srcOrd="2" destOrd="0" parTransId="{A9F26990-6ACB-452A-BD56-E4E975E89281}" sibTransId="{4ABD84AE-B74C-40B5-B032-13CF0760C419}"/>
    <dgm:cxn modelId="{322D1F38-4410-47C6-B62A-C475273E9F42}" type="presOf" srcId="{2076CB2F-1ABA-495D-BF72-08B57CEACBC9}" destId="{F1D0431C-264D-4726-AA26-3F1366ED6EA6}" srcOrd="0" destOrd="0" presId="urn:microsoft.com/office/officeart/2005/8/layout/vList5"/>
    <dgm:cxn modelId="{163EA43C-8D12-4A34-AE3F-C7D4ABAB6ED4}" type="presOf" srcId="{B57C529D-2655-4B81-A0A4-2BFFFC47D61B}" destId="{D24F0A04-7850-476D-A012-660FCFBECC86}" srcOrd="0" destOrd="1" presId="urn:microsoft.com/office/officeart/2005/8/layout/vList5"/>
    <dgm:cxn modelId="{C8D78D5C-A573-4170-94D7-788084897776}" type="presOf" srcId="{8270A078-90F5-4B16-8AC7-0D201EA13415}" destId="{AE07ED35-8E48-4499-9754-8FF5C54F8E17}" srcOrd="0" destOrd="1" presId="urn:microsoft.com/office/officeart/2005/8/layout/vList5"/>
    <dgm:cxn modelId="{098D7D5D-317E-4234-821D-7D0CA4D7CCB2}" srcId="{74C5A372-BCDD-4D33-BE4D-16F3BBA83161}" destId="{22B9CE07-16D7-4072-AE17-6BD8B3F202B5}" srcOrd="1" destOrd="0" parTransId="{A976CFAE-1D3D-412D-B803-B8B18429F8BE}" sibTransId="{D5B873D4-9221-44C9-9980-6C5F1C3F99B9}"/>
    <dgm:cxn modelId="{722C2E41-6163-4CB5-9144-ECDCE440C328}" type="presOf" srcId="{8E7CF4D3-D764-4E38-9799-DCD029951AA6}" destId="{CE95F632-DDFD-4318-9818-26F926D5D15A}" srcOrd="0" destOrd="0" presId="urn:microsoft.com/office/officeart/2005/8/layout/vList5"/>
    <dgm:cxn modelId="{AAA56B62-091D-406C-9C2E-4462A229654F}" srcId="{8E7CF4D3-D764-4E38-9799-DCD029951AA6}" destId="{A849838A-C5E7-4263-9B19-5FCF8FE29BB3}" srcOrd="3" destOrd="0" parTransId="{8FC858CC-93D6-4959-979B-173F554D9174}" sibTransId="{F25D0403-C828-4F46-B11E-E55FABF5B645}"/>
    <dgm:cxn modelId="{F1DE506E-B153-4263-9376-5E191D96DD44}" srcId="{A849838A-C5E7-4263-9B19-5FCF8FE29BB3}" destId="{8270A078-90F5-4B16-8AC7-0D201EA13415}" srcOrd="1" destOrd="0" parTransId="{20989FA0-DCE1-4709-901E-A821D0FF4CEC}" sibTransId="{CC8A9F4B-A34A-4946-9F8E-E68929AEEDAA}"/>
    <dgm:cxn modelId="{ECCFBB7B-80EC-46EE-BDAA-F23652B65F63}" type="presOf" srcId="{A849838A-C5E7-4263-9B19-5FCF8FE29BB3}" destId="{DB3C639B-6414-4903-BD5D-B5D7456560B8}" srcOrd="0" destOrd="0" presId="urn:microsoft.com/office/officeart/2005/8/layout/vList5"/>
    <dgm:cxn modelId="{A9E3F28D-F1DE-4B6D-92C3-E9431539CAE4}" srcId="{80D0A1FF-1F29-4E32-B3E8-B00311344CC6}" destId="{FFFAA59A-1AA1-4E39-BA84-C4E5755936C3}" srcOrd="2" destOrd="0" parTransId="{B53675B2-5388-42C1-B06E-25A7198E2227}" sibTransId="{2AB8E2E2-76FB-43C5-A1CA-8292617C8E02}"/>
    <dgm:cxn modelId="{C086CE8F-1648-4C06-A68C-EA2556AFEC84}" srcId="{80D0A1FF-1F29-4E32-B3E8-B00311344CC6}" destId="{41DE8A81-3FDD-467E-B38E-35AB57090FA4}" srcOrd="0" destOrd="0" parTransId="{0EA09B7B-98F8-4107-97A4-884A78A8296E}" sibTransId="{BF98A3A2-1853-4518-849B-42C4E7DEB6D6}"/>
    <dgm:cxn modelId="{C09DF0A2-49C5-4998-8084-D47EE8FAFBBB}" type="presOf" srcId="{30342337-9142-4C18-BE37-6BA0CE8F6FEB}" destId="{AE07ED35-8E48-4499-9754-8FF5C54F8E17}" srcOrd="0" destOrd="2" presId="urn:microsoft.com/office/officeart/2005/8/layout/vList5"/>
    <dgm:cxn modelId="{8A43D4AC-5F4D-4AC4-9604-D3C19FFDB43C}" type="presOf" srcId="{1733B990-5AB6-4689-B978-6CFFBE363292}" destId="{AE07ED35-8E48-4499-9754-8FF5C54F8E17}" srcOrd="0" destOrd="0" presId="urn:microsoft.com/office/officeart/2005/8/layout/vList5"/>
    <dgm:cxn modelId="{161D89AD-EC71-4F50-AAFC-6EA1FBBD84F1}" type="presOf" srcId="{80D0A1FF-1F29-4E32-B3E8-B00311344CC6}" destId="{23D2236A-3CBB-4B42-9645-E258F6706535}" srcOrd="0" destOrd="0" presId="urn:microsoft.com/office/officeart/2005/8/layout/vList5"/>
    <dgm:cxn modelId="{EE5347BE-127E-4D1F-9732-52C3E176E9FC}" type="presOf" srcId="{22B9CE07-16D7-4072-AE17-6BD8B3F202B5}" destId="{AB42DDFC-C609-4E81-BB3B-F881AD90A036}" srcOrd="0" destOrd="1" presId="urn:microsoft.com/office/officeart/2005/8/layout/vList5"/>
    <dgm:cxn modelId="{780616C2-8DAA-497F-8FB5-CC94C83877A3}" type="presOf" srcId="{B2A5217B-7EA0-46EC-9A4D-F5CEE1CA9A07}" destId="{AB42DDFC-C609-4E81-BB3B-F881AD90A036}" srcOrd="0" destOrd="0" presId="urn:microsoft.com/office/officeart/2005/8/layout/vList5"/>
    <dgm:cxn modelId="{E44B77C2-4704-479C-8327-B24812631425}" srcId="{2076CB2F-1ABA-495D-BF72-08B57CEACBC9}" destId="{73B6D25A-EF01-47DA-9CF5-CAC837BB0D7B}" srcOrd="0" destOrd="0" parTransId="{66D7824F-64E4-4B53-94E4-081D16C3255D}" sibTransId="{20D50138-3F3B-4FC2-A938-DEA2B84EB5E6}"/>
    <dgm:cxn modelId="{1FC9E1C6-B01C-4CC8-9F3E-76D1846851F5}" type="presOf" srcId="{8FE5A1C2-976D-46A6-902A-423042780A55}" destId="{D24F0A04-7850-476D-A012-660FCFBECC86}" srcOrd="0" destOrd="2" presId="urn:microsoft.com/office/officeart/2005/8/layout/vList5"/>
    <dgm:cxn modelId="{4C8018CA-4FA3-4A3D-A9D2-F9BEF9C3B001}" srcId="{8E7CF4D3-D764-4E38-9799-DCD029951AA6}" destId="{80D0A1FF-1F29-4E32-B3E8-B00311344CC6}" srcOrd="2" destOrd="0" parTransId="{0C437412-D51C-44C8-A24A-F47A36F4BDA4}" sibTransId="{C40047C5-664A-49E5-9EA9-F40B0EB3E103}"/>
    <dgm:cxn modelId="{2F13BAD0-B9BC-44AC-B13B-47D896ED6447}" srcId="{2076CB2F-1ABA-495D-BF72-08B57CEACBC9}" destId="{8FE5A1C2-976D-46A6-902A-423042780A55}" srcOrd="2" destOrd="0" parTransId="{33EE41F6-482A-41D7-A381-0ADAC25D1C27}" sibTransId="{6019D095-22FD-4CB9-AA19-B8AEE6DFF43B}"/>
    <dgm:cxn modelId="{0541E2D3-5D6F-4158-807E-A6F6C9C8CA68}" srcId="{2076CB2F-1ABA-495D-BF72-08B57CEACBC9}" destId="{B57C529D-2655-4B81-A0A4-2BFFFC47D61B}" srcOrd="1" destOrd="0" parTransId="{C9C1D1D2-3E71-4D25-B2B4-353A805167D1}" sibTransId="{D1800CBF-1234-418A-BF57-97D4DE3DE94E}"/>
    <dgm:cxn modelId="{EF5D7BD7-B375-4683-8D56-4EDE4DBB968E}" type="presOf" srcId="{FFFAA59A-1AA1-4E39-BA84-C4E5755936C3}" destId="{E518418B-7549-4897-92E5-9696E7EE949D}" srcOrd="0" destOrd="2" presId="urn:microsoft.com/office/officeart/2005/8/layout/vList5"/>
    <dgm:cxn modelId="{21A4F9D8-BA96-444A-9FEA-F66ED4F8E58D}" type="presOf" srcId="{41DE8A81-3FDD-467E-B38E-35AB57090FA4}" destId="{E518418B-7549-4897-92E5-9696E7EE949D}" srcOrd="0" destOrd="0" presId="urn:microsoft.com/office/officeart/2005/8/layout/vList5"/>
    <dgm:cxn modelId="{045380EF-D204-4A02-8BE3-860EB0B2977E}" type="presOf" srcId="{73B6D25A-EF01-47DA-9CF5-CAC837BB0D7B}" destId="{D24F0A04-7850-476D-A012-660FCFBECC86}" srcOrd="0" destOrd="0" presId="urn:microsoft.com/office/officeart/2005/8/layout/vList5"/>
    <dgm:cxn modelId="{B81952F2-E0BA-4D08-8C57-9126863C17BC}" srcId="{8E7CF4D3-D764-4E38-9799-DCD029951AA6}" destId="{2076CB2F-1ABA-495D-BF72-08B57CEACBC9}" srcOrd="1" destOrd="0" parTransId="{71397DE9-7CED-4042-A730-56E0389B6231}" sibTransId="{81286A1E-884D-4B88-B152-08F6E7FEF7C2}"/>
    <dgm:cxn modelId="{6FBA0AF9-B406-44D7-8DEB-80041C1179B2}" type="presOf" srcId="{74C5A372-BCDD-4D33-BE4D-16F3BBA83161}" destId="{BFD59977-84B9-41CF-8F6D-1510A91549C6}" srcOrd="0" destOrd="0" presId="urn:microsoft.com/office/officeart/2005/8/layout/vList5"/>
    <dgm:cxn modelId="{AE0180FE-F3D4-4272-959D-13EACCBE7F24}" srcId="{74C5A372-BCDD-4D33-BE4D-16F3BBA83161}" destId="{4095E2C7-E9D5-4E59-8A00-18562A353AFC}" srcOrd="2" destOrd="0" parTransId="{FA4F396A-EC44-4FA7-A916-B98407F30B1F}" sibTransId="{29B73DD3-498F-47AA-A698-B7899DC677CC}"/>
    <dgm:cxn modelId="{9CD9D85B-0AC0-444F-A265-F517FC7C29AE}" type="presParOf" srcId="{CE95F632-DDFD-4318-9818-26F926D5D15A}" destId="{121EB68F-0B3D-4ED1-BC8B-6A74FC10CB97}" srcOrd="0" destOrd="0" presId="urn:microsoft.com/office/officeart/2005/8/layout/vList5"/>
    <dgm:cxn modelId="{9BFC9765-5A5C-4CE8-8F52-F0C4813A3942}" type="presParOf" srcId="{121EB68F-0B3D-4ED1-BC8B-6A74FC10CB97}" destId="{BFD59977-84B9-41CF-8F6D-1510A91549C6}" srcOrd="0" destOrd="0" presId="urn:microsoft.com/office/officeart/2005/8/layout/vList5"/>
    <dgm:cxn modelId="{C556DD16-F1C4-4EB0-B5AB-27CDB6DD5F7C}" type="presParOf" srcId="{121EB68F-0B3D-4ED1-BC8B-6A74FC10CB97}" destId="{AB42DDFC-C609-4E81-BB3B-F881AD90A036}" srcOrd="1" destOrd="0" presId="urn:microsoft.com/office/officeart/2005/8/layout/vList5"/>
    <dgm:cxn modelId="{BC7C9E93-1ADF-46AB-A543-CC7893D96D0D}" type="presParOf" srcId="{CE95F632-DDFD-4318-9818-26F926D5D15A}" destId="{7AB7F7B6-322F-42A2-9E4E-0EC5E27651D3}" srcOrd="1" destOrd="0" presId="urn:microsoft.com/office/officeart/2005/8/layout/vList5"/>
    <dgm:cxn modelId="{9454C5EA-E7B1-4473-BC13-C56C0CE83646}" type="presParOf" srcId="{CE95F632-DDFD-4318-9818-26F926D5D15A}" destId="{68B5DA51-033C-46BE-888C-8E524D275CCC}" srcOrd="2" destOrd="0" presId="urn:microsoft.com/office/officeart/2005/8/layout/vList5"/>
    <dgm:cxn modelId="{89D16D41-A4CB-46E1-8671-68390E9D1FB5}" type="presParOf" srcId="{68B5DA51-033C-46BE-888C-8E524D275CCC}" destId="{F1D0431C-264D-4726-AA26-3F1366ED6EA6}" srcOrd="0" destOrd="0" presId="urn:microsoft.com/office/officeart/2005/8/layout/vList5"/>
    <dgm:cxn modelId="{89E11868-693D-4FD4-92D9-590163FEC325}" type="presParOf" srcId="{68B5DA51-033C-46BE-888C-8E524D275CCC}" destId="{D24F0A04-7850-476D-A012-660FCFBECC86}" srcOrd="1" destOrd="0" presId="urn:microsoft.com/office/officeart/2005/8/layout/vList5"/>
    <dgm:cxn modelId="{0CB69790-B4FD-435F-B791-023B5A2268E0}" type="presParOf" srcId="{CE95F632-DDFD-4318-9818-26F926D5D15A}" destId="{7D79A66F-1C8B-4702-A061-0F48B9DE64D3}" srcOrd="3" destOrd="0" presId="urn:microsoft.com/office/officeart/2005/8/layout/vList5"/>
    <dgm:cxn modelId="{58BC07F0-93AB-4E08-91F2-7B1BCDB45606}" type="presParOf" srcId="{CE95F632-DDFD-4318-9818-26F926D5D15A}" destId="{1DD302F5-ECA4-4644-85A7-5A2B22DA48D3}" srcOrd="4" destOrd="0" presId="urn:microsoft.com/office/officeart/2005/8/layout/vList5"/>
    <dgm:cxn modelId="{B33559AE-E247-46C4-B8EE-4EB49F84C2F3}" type="presParOf" srcId="{1DD302F5-ECA4-4644-85A7-5A2B22DA48D3}" destId="{23D2236A-3CBB-4B42-9645-E258F6706535}" srcOrd="0" destOrd="0" presId="urn:microsoft.com/office/officeart/2005/8/layout/vList5"/>
    <dgm:cxn modelId="{C2B78B5F-D61C-4584-A9DC-66E994B358C2}" type="presParOf" srcId="{1DD302F5-ECA4-4644-85A7-5A2B22DA48D3}" destId="{E518418B-7549-4897-92E5-9696E7EE949D}" srcOrd="1" destOrd="0" presId="urn:microsoft.com/office/officeart/2005/8/layout/vList5"/>
    <dgm:cxn modelId="{60AF1062-7CDA-4151-9AB7-946E7CD0916C}" type="presParOf" srcId="{CE95F632-DDFD-4318-9818-26F926D5D15A}" destId="{17D789B3-D2D7-43AE-985D-197A6D83AE5F}" srcOrd="5" destOrd="0" presId="urn:microsoft.com/office/officeart/2005/8/layout/vList5"/>
    <dgm:cxn modelId="{25B33A44-7D29-4841-A3D1-029701C23F1B}" type="presParOf" srcId="{CE95F632-DDFD-4318-9818-26F926D5D15A}" destId="{08366FB3-BC64-46F2-9182-4431E54C30C8}" srcOrd="6" destOrd="0" presId="urn:microsoft.com/office/officeart/2005/8/layout/vList5"/>
    <dgm:cxn modelId="{8E4F5813-67B2-40FF-893D-F32BDF4A503A}" type="presParOf" srcId="{08366FB3-BC64-46F2-9182-4431E54C30C8}" destId="{DB3C639B-6414-4903-BD5D-B5D7456560B8}" srcOrd="0" destOrd="0" presId="urn:microsoft.com/office/officeart/2005/8/layout/vList5"/>
    <dgm:cxn modelId="{358A9D57-4BBC-42A4-A89C-4C29072D78C8}" type="presParOf" srcId="{08366FB3-BC64-46F2-9182-4431E54C30C8}" destId="{AE07ED35-8E48-4499-9754-8FF5C54F8E1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069430-7B7A-4E58-860A-65CC9256321F}">
      <dsp:nvSpPr>
        <dsp:cNvPr id="0" name=""/>
        <dsp:cNvSpPr/>
      </dsp:nvSpPr>
      <dsp:spPr>
        <a:xfrm>
          <a:off x="-146154" y="0"/>
          <a:ext cx="4351338" cy="4351338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0000"/>
                <a:satMod val="160000"/>
              </a:schemeClr>
            </a:gs>
            <a:gs pos="46000">
              <a:schemeClr val="accent1">
                <a:hueOff val="0"/>
                <a:satOff val="0"/>
                <a:lumOff val="0"/>
                <a:alphaOff val="0"/>
                <a:tint val="86000"/>
                <a:satMod val="1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50800" dist="38100" dir="14700000" algn="t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60C72C1-4E88-444D-A98F-90F0B5D1637F}">
      <dsp:nvSpPr>
        <dsp:cNvPr id="0" name=""/>
        <dsp:cNvSpPr/>
      </dsp:nvSpPr>
      <dsp:spPr>
        <a:xfrm>
          <a:off x="2029514" y="0"/>
          <a:ext cx="7972968" cy="435133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+mj-lt"/>
            </a:rPr>
            <a:t>Every Day</a:t>
          </a:r>
          <a:endParaRPr lang="en-IN" sz="3600" kern="1200" dirty="0">
            <a:latin typeface="+mj-lt"/>
          </a:endParaRPr>
        </a:p>
      </dsp:txBody>
      <dsp:txXfrm>
        <a:off x="2029514" y="0"/>
        <a:ext cx="3986484" cy="1305404"/>
      </dsp:txXfrm>
    </dsp:sp>
    <dsp:sp modelId="{7F9FF103-7F18-40FE-9384-CBBBCAA0CE1E}">
      <dsp:nvSpPr>
        <dsp:cNvPr id="0" name=""/>
        <dsp:cNvSpPr/>
      </dsp:nvSpPr>
      <dsp:spPr>
        <a:xfrm>
          <a:off x="615331" y="1305404"/>
          <a:ext cx="2828366" cy="2828366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0000"/>
                <a:satMod val="160000"/>
              </a:schemeClr>
            </a:gs>
            <a:gs pos="46000">
              <a:schemeClr val="accent1">
                <a:hueOff val="0"/>
                <a:satOff val="0"/>
                <a:lumOff val="0"/>
                <a:alphaOff val="0"/>
                <a:tint val="86000"/>
                <a:satMod val="1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50800" dist="38100" dir="14700000" algn="t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7E02BF4-5F0D-4262-813A-68AD46DAD0D7}">
      <dsp:nvSpPr>
        <dsp:cNvPr id="0" name=""/>
        <dsp:cNvSpPr/>
      </dsp:nvSpPr>
      <dsp:spPr>
        <a:xfrm>
          <a:off x="2029514" y="1305404"/>
          <a:ext cx="7972968" cy="282836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+mj-lt"/>
            </a:rPr>
            <a:t>Every Minute</a:t>
          </a:r>
          <a:endParaRPr lang="en-IN" sz="3600" kern="1200" dirty="0">
            <a:latin typeface="+mj-lt"/>
          </a:endParaRPr>
        </a:p>
      </dsp:txBody>
      <dsp:txXfrm>
        <a:off x="2029514" y="1305404"/>
        <a:ext cx="3986484" cy="1305399"/>
      </dsp:txXfrm>
    </dsp:sp>
    <dsp:sp modelId="{D69C2161-156F-455B-A70C-F04E253B4544}">
      <dsp:nvSpPr>
        <dsp:cNvPr id="0" name=""/>
        <dsp:cNvSpPr/>
      </dsp:nvSpPr>
      <dsp:spPr>
        <a:xfrm>
          <a:off x="1376814" y="2610804"/>
          <a:ext cx="1305400" cy="1305400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0000"/>
                <a:satMod val="160000"/>
              </a:schemeClr>
            </a:gs>
            <a:gs pos="46000">
              <a:schemeClr val="accent1">
                <a:hueOff val="0"/>
                <a:satOff val="0"/>
                <a:lumOff val="0"/>
                <a:alphaOff val="0"/>
                <a:tint val="86000"/>
                <a:satMod val="1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50800" dist="38100" dir="14700000" algn="t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4E0CDE7-366E-4819-97AE-08FE8F9E0291}">
      <dsp:nvSpPr>
        <dsp:cNvPr id="0" name=""/>
        <dsp:cNvSpPr/>
      </dsp:nvSpPr>
      <dsp:spPr>
        <a:xfrm>
          <a:off x="2029514" y="2610804"/>
          <a:ext cx="7972968" cy="1305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+mj-lt"/>
            </a:rPr>
            <a:t>Every Second</a:t>
          </a:r>
          <a:endParaRPr lang="en-IN" sz="3600" kern="1200" dirty="0">
            <a:latin typeface="+mj-lt"/>
          </a:endParaRPr>
        </a:p>
      </dsp:txBody>
      <dsp:txXfrm>
        <a:off x="2029514" y="2610804"/>
        <a:ext cx="3986484" cy="1305400"/>
      </dsp:txXfrm>
    </dsp:sp>
    <dsp:sp modelId="{355EE72F-4D78-4DA3-8755-5BBABC365A52}">
      <dsp:nvSpPr>
        <dsp:cNvPr id="0" name=""/>
        <dsp:cNvSpPr/>
      </dsp:nvSpPr>
      <dsp:spPr>
        <a:xfrm>
          <a:off x="5499908" y="0"/>
          <a:ext cx="4441182" cy="1305404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+mj-lt"/>
            </a:rPr>
            <a:t>NYSE generates 1.5 billion shares and trade data.</a:t>
          </a:r>
          <a:endParaRPr lang="en-IN" sz="1500" kern="1200" dirty="0">
            <a:latin typeface="+mj-lt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+mj-lt"/>
            </a:rPr>
            <a:t>Google processes 24 petabytes of data.</a:t>
          </a:r>
          <a:endParaRPr lang="en-IN" sz="1500" kern="1200" dirty="0">
            <a:latin typeface="+mj-lt"/>
          </a:endParaRPr>
        </a:p>
      </dsp:txBody>
      <dsp:txXfrm>
        <a:off x="5499908" y="0"/>
        <a:ext cx="4441182" cy="1305404"/>
      </dsp:txXfrm>
    </dsp:sp>
    <dsp:sp modelId="{8B3A2CC4-E1AF-4DF8-BEF8-8BF1087B8F91}">
      <dsp:nvSpPr>
        <dsp:cNvPr id="0" name=""/>
        <dsp:cNvSpPr/>
      </dsp:nvSpPr>
      <dsp:spPr>
        <a:xfrm>
          <a:off x="5476587" y="1305404"/>
          <a:ext cx="4551926" cy="1305399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+mj-lt"/>
            </a:rPr>
            <a:t>X users tweet nearly 300,000 times.</a:t>
          </a:r>
          <a:endParaRPr lang="en-IN" sz="1500" kern="1200" dirty="0">
            <a:latin typeface="+mj-lt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+mj-lt"/>
            </a:rPr>
            <a:t>Instagram users post nearly 220,00 new photos.</a:t>
          </a:r>
          <a:endParaRPr lang="en-IN" sz="1500" kern="1200" dirty="0">
            <a:latin typeface="+mj-lt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+mj-lt"/>
            </a:rPr>
            <a:t>YouTube users upload 72 hours of new video content.</a:t>
          </a:r>
          <a:endParaRPr lang="en-IN" sz="1500" kern="1200" dirty="0">
            <a:latin typeface="+mj-lt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+mj-lt"/>
            </a:rPr>
            <a:t>Google receives over 4 million search queries.</a:t>
          </a:r>
          <a:endParaRPr lang="en-IN" sz="1500" kern="1200" dirty="0">
            <a:latin typeface="+mj-lt"/>
          </a:endParaRPr>
        </a:p>
      </dsp:txBody>
      <dsp:txXfrm>
        <a:off x="5476587" y="1305404"/>
        <a:ext cx="4551926" cy="1305399"/>
      </dsp:txXfrm>
    </dsp:sp>
    <dsp:sp modelId="{C7A934F2-7A93-49ED-9219-BF25FD6EABEE}">
      <dsp:nvSpPr>
        <dsp:cNvPr id="0" name=""/>
        <dsp:cNvSpPr/>
      </dsp:nvSpPr>
      <dsp:spPr>
        <a:xfrm>
          <a:off x="5437858" y="2594760"/>
          <a:ext cx="4571101" cy="1305400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+mj-lt"/>
            </a:rPr>
            <a:t>Banking applications process more than 10000 credit card transactions.</a:t>
          </a:r>
          <a:endParaRPr lang="en-IN" sz="1500" kern="1200" dirty="0">
            <a:latin typeface="+mj-lt"/>
          </a:endParaRPr>
        </a:p>
      </dsp:txBody>
      <dsp:txXfrm>
        <a:off x="5437858" y="2594760"/>
        <a:ext cx="4571101" cy="1305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BF4F6A-904D-45CF-8D77-19E393DC9DEB}">
      <dsp:nvSpPr>
        <dsp:cNvPr id="0" name=""/>
        <dsp:cNvSpPr/>
      </dsp:nvSpPr>
      <dsp:spPr>
        <a:xfrm>
          <a:off x="0" y="382836"/>
          <a:ext cx="9791700" cy="403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B53170-FAA5-4646-9989-17174F7F8436}">
      <dsp:nvSpPr>
        <dsp:cNvPr id="0" name=""/>
        <dsp:cNvSpPr/>
      </dsp:nvSpPr>
      <dsp:spPr>
        <a:xfrm>
          <a:off x="489585" y="23972"/>
          <a:ext cx="8009258" cy="59502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14700000" algn="t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9072" tIns="0" rIns="25907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j-lt"/>
            </a:rPr>
            <a:t>Shared nothing architecture</a:t>
          </a:r>
          <a:endParaRPr lang="en-IN" sz="1800" kern="1200" dirty="0">
            <a:latin typeface="+mj-lt"/>
          </a:endParaRPr>
        </a:p>
      </dsp:txBody>
      <dsp:txXfrm>
        <a:off x="518632" y="53019"/>
        <a:ext cx="7951164" cy="536930"/>
      </dsp:txXfrm>
    </dsp:sp>
    <dsp:sp modelId="{9E77091E-BD74-4BA8-9BA2-EF80E5783372}">
      <dsp:nvSpPr>
        <dsp:cNvPr id="0" name=""/>
        <dsp:cNvSpPr/>
      </dsp:nvSpPr>
      <dsp:spPr>
        <a:xfrm>
          <a:off x="0" y="1340581"/>
          <a:ext cx="9791700" cy="403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EA70D2-5311-4F93-9A9C-DF5BD82500D3}">
      <dsp:nvSpPr>
        <dsp:cNvPr id="0" name=""/>
        <dsp:cNvSpPr/>
      </dsp:nvSpPr>
      <dsp:spPr>
        <a:xfrm>
          <a:off x="489585" y="872436"/>
          <a:ext cx="7940030" cy="70430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14700000" algn="t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9072" tIns="0" rIns="25907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j-lt"/>
            </a:rPr>
            <a:t>Data replication across multiple computers</a:t>
          </a:r>
          <a:endParaRPr lang="en-IN" sz="1800" kern="1200" dirty="0">
            <a:latin typeface="+mj-lt"/>
          </a:endParaRPr>
        </a:p>
      </dsp:txBody>
      <dsp:txXfrm>
        <a:off x="523966" y="906817"/>
        <a:ext cx="7871268" cy="635542"/>
      </dsp:txXfrm>
    </dsp:sp>
    <dsp:sp modelId="{0F3FFB76-5624-41BC-9EC5-20448A6FFD7D}">
      <dsp:nvSpPr>
        <dsp:cNvPr id="0" name=""/>
        <dsp:cNvSpPr/>
      </dsp:nvSpPr>
      <dsp:spPr>
        <a:xfrm>
          <a:off x="0" y="2235195"/>
          <a:ext cx="9791700" cy="403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5783FB-E67E-4BAB-B36C-D90641EABB08}">
      <dsp:nvSpPr>
        <dsp:cNvPr id="0" name=""/>
        <dsp:cNvSpPr/>
      </dsp:nvSpPr>
      <dsp:spPr>
        <a:xfrm>
          <a:off x="489585" y="1830181"/>
          <a:ext cx="7945034" cy="64117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14700000" algn="t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9072" tIns="0" rIns="25907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j-lt"/>
            </a:rPr>
            <a:t>High throughput rather than low latency</a:t>
          </a:r>
          <a:endParaRPr lang="en-IN" sz="1800" kern="1200" dirty="0">
            <a:latin typeface="+mj-lt"/>
          </a:endParaRPr>
        </a:p>
      </dsp:txBody>
      <dsp:txXfrm>
        <a:off x="520885" y="1861481"/>
        <a:ext cx="7882434" cy="578574"/>
      </dsp:txXfrm>
    </dsp:sp>
    <dsp:sp modelId="{23738B6E-6B0F-4DD0-827D-5DB5BD1C6244}">
      <dsp:nvSpPr>
        <dsp:cNvPr id="0" name=""/>
        <dsp:cNvSpPr/>
      </dsp:nvSpPr>
      <dsp:spPr>
        <a:xfrm>
          <a:off x="0" y="3079682"/>
          <a:ext cx="9791700" cy="403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6450A0-A0D0-4645-ABFD-663275545E0F}">
      <dsp:nvSpPr>
        <dsp:cNvPr id="0" name=""/>
        <dsp:cNvSpPr/>
      </dsp:nvSpPr>
      <dsp:spPr>
        <a:xfrm>
          <a:off x="489585" y="2724795"/>
          <a:ext cx="7977111" cy="59104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14700000" algn="t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9072" tIns="0" rIns="25907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j-lt"/>
            </a:rPr>
            <a:t>Complements OLTP and OLAP</a:t>
          </a:r>
          <a:endParaRPr lang="en-IN" sz="1800" kern="1200" dirty="0">
            <a:latin typeface="+mj-lt"/>
          </a:endParaRPr>
        </a:p>
      </dsp:txBody>
      <dsp:txXfrm>
        <a:off x="518438" y="2753648"/>
        <a:ext cx="7919405" cy="533341"/>
      </dsp:txXfrm>
    </dsp:sp>
    <dsp:sp modelId="{8F787389-009A-42E1-BE3F-826E73A5492C}">
      <dsp:nvSpPr>
        <dsp:cNvPr id="0" name=""/>
        <dsp:cNvSpPr/>
      </dsp:nvSpPr>
      <dsp:spPr>
        <a:xfrm>
          <a:off x="0" y="3924165"/>
          <a:ext cx="9791700" cy="403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A481AD-8787-49AE-BC20-38BF5F8F6338}">
      <dsp:nvSpPr>
        <dsp:cNvPr id="0" name=""/>
        <dsp:cNvSpPr/>
      </dsp:nvSpPr>
      <dsp:spPr>
        <a:xfrm>
          <a:off x="489585" y="3569282"/>
          <a:ext cx="7880879" cy="5910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14700000" algn="t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9072" tIns="0" rIns="25907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+mj-lt"/>
            </a:rPr>
            <a:t>NOT good when work can’t be parallelised, or for processing small files!</a:t>
          </a:r>
          <a:endParaRPr lang="en-IN" sz="1800" kern="1200" dirty="0">
            <a:latin typeface="+mj-lt"/>
          </a:endParaRPr>
        </a:p>
      </dsp:txBody>
      <dsp:txXfrm>
        <a:off x="518437" y="3598134"/>
        <a:ext cx="7823175" cy="5333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026636-0AD8-4815-B167-B73D90A64890}">
      <dsp:nvSpPr>
        <dsp:cNvPr id="0" name=""/>
        <dsp:cNvSpPr/>
      </dsp:nvSpPr>
      <dsp:spPr>
        <a:xfrm>
          <a:off x="0" y="186729"/>
          <a:ext cx="3059906" cy="183594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+mj-lt"/>
            </a:rPr>
            <a:t>Stores data in its native format</a:t>
          </a:r>
          <a:endParaRPr lang="en-IN" sz="3600" kern="1200" dirty="0">
            <a:latin typeface="+mj-lt"/>
          </a:endParaRPr>
        </a:p>
      </dsp:txBody>
      <dsp:txXfrm>
        <a:off x="0" y="186729"/>
        <a:ext cx="3059906" cy="1835943"/>
      </dsp:txXfrm>
    </dsp:sp>
    <dsp:sp modelId="{0E539E4D-09A2-402F-8066-47578BC08A24}">
      <dsp:nvSpPr>
        <dsp:cNvPr id="0" name=""/>
        <dsp:cNvSpPr/>
      </dsp:nvSpPr>
      <dsp:spPr>
        <a:xfrm>
          <a:off x="3365896" y="186729"/>
          <a:ext cx="3059906" cy="183594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+mj-lt"/>
            </a:rPr>
            <a:t>Scalable</a:t>
          </a:r>
          <a:endParaRPr lang="en-IN" sz="3600" kern="1200" dirty="0">
            <a:latin typeface="+mj-lt"/>
          </a:endParaRPr>
        </a:p>
      </dsp:txBody>
      <dsp:txXfrm>
        <a:off x="3365896" y="186729"/>
        <a:ext cx="3059906" cy="1835943"/>
      </dsp:txXfrm>
    </dsp:sp>
    <dsp:sp modelId="{32DDD432-A36F-4233-9A1C-E707A9257E58}">
      <dsp:nvSpPr>
        <dsp:cNvPr id="0" name=""/>
        <dsp:cNvSpPr/>
      </dsp:nvSpPr>
      <dsp:spPr>
        <a:xfrm>
          <a:off x="6731793" y="186729"/>
          <a:ext cx="3059906" cy="183594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+mj-lt"/>
            </a:rPr>
            <a:t>Cost-effective</a:t>
          </a:r>
          <a:endParaRPr lang="en-IN" sz="3600" kern="1200" dirty="0">
            <a:latin typeface="+mj-lt"/>
          </a:endParaRPr>
        </a:p>
      </dsp:txBody>
      <dsp:txXfrm>
        <a:off x="6731793" y="186729"/>
        <a:ext cx="3059906" cy="1835943"/>
      </dsp:txXfrm>
    </dsp:sp>
    <dsp:sp modelId="{18CAD9E6-3519-44F3-85E2-E152A3690A37}">
      <dsp:nvSpPr>
        <dsp:cNvPr id="0" name=""/>
        <dsp:cNvSpPr/>
      </dsp:nvSpPr>
      <dsp:spPr>
        <a:xfrm>
          <a:off x="0" y="2328664"/>
          <a:ext cx="3059906" cy="183594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+mj-lt"/>
            </a:rPr>
            <a:t>Fault tolerance</a:t>
          </a:r>
          <a:endParaRPr lang="en-IN" sz="3600" kern="1200" dirty="0">
            <a:latin typeface="+mj-lt"/>
          </a:endParaRPr>
        </a:p>
      </dsp:txBody>
      <dsp:txXfrm>
        <a:off x="0" y="2328664"/>
        <a:ext cx="3059906" cy="1835943"/>
      </dsp:txXfrm>
    </dsp:sp>
    <dsp:sp modelId="{9AC446C7-F5D0-43AF-A02C-E1E5598C944F}">
      <dsp:nvSpPr>
        <dsp:cNvPr id="0" name=""/>
        <dsp:cNvSpPr/>
      </dsp:nvSpPr>
      <dsp:spPr>
        <a:xfrm>
          <a:off x="3365896" y="2328664"/>
          <a:ext cx="3059906" cy="183594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+mj-lt"/>
            </a:rPr>
            <a:t>Flexibility</a:t>
          </a:r>
          <a:endParaRPr lang="en-IN" sz="3600" kern="1200" dirty="0">
            <a:latin typeface="+mj-lt"/>
          </a:endParaRPr>
        </a:p>
      </dsp:txBody>
      <dsp:txXfrm>
        <a:off x="3365896" y="2328664"/>
        <a:ext cx="3059906" cy="1835943"/>
      </dsp:txXfrm>
    </dsp:sp>
    <dsp:sp modelId="{1AC5CD6F-8442-46F5-AED6-D6E85BA197EE}">
      <dsp:nvSpPr>
        <dsp:cNvPr id="0" name=""/>
        <dsp:cNvSpPr/>
      </dsp:nvSpPr>
      <dsp:spPr>
        <a:xfrm>
          <a:off x="6731793" y="2328664"/>
          <a:ext cx="3059906" cy="183594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+mj-lt"/>
            </a:rPr>
            <a:t>Code-to-data paradigm</a:t>
          </a:r>
          <a:endParaRPr lang="en-IN" sz="3600" kern="1200" dirty="0">
            <a:latin typeface="+mj-lt"/>
          </a:endParaRPr>
        </a:p>
      </dsp:txBody>
      <dsp:txXfrm>
        <a:off x="6731793" y="2328664"/>
        <a:ext cx="3059906" cy="18359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5AEA6F-DD0F-4FBE-A9C7-CCD39ED6651A}">
      <dsp:nvSpPr>
        <dsp:cNvPr id="0" name=""/>
        <dsp:cNvSpPr/>
      </dsp:nvSpPr>
      <dsp:spPr>
        <a:xfrm>
          <a:off x="0" y="15532"/>
          <a:ext cx="2497883" cy="124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71120" rIns="199136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+mj-lt"/>
            </a:rPr>
            <a:t>Storage</a:t>
          </a:r>
          <a:endParaRPr lang="en-IN" sz="2800" kern="1200" dirty="0">
            <a:latin typeface="+mj-lt"/>
          </a:endParaRPr>
        </a:p>
      </dsp:txBody>
      <dsp:txXfrm>
        <a:off x="0" y="15532"/>
        <a:ext cx="2497883" cy="1247400"/>
      </dsp:txXfrm>
    </dsp:sp>
    <dsp:sp modelId="{7D9AAB43-56C2-4472-9E1B-9DA363844963}">
      <dsp:nvSpPr>
        <dsp:cNvPr id="0" name=""/>
        <dsp:cNvSpPr/>
      </dsp:nvSpPr>
      <dsp:spPr>
        <a:xfrm>
          <a:off x="2497882" y="15532"/>
          <a:ext cx="499576" cy="12474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61EF63-40FD-46A5-BFD6-785E5C645C08}">
      <dsp:nvSpPr>
        <dsp:cNvPr id="0" name=""/>
        <dsp:cNvSpPr/>
      </dsp:nvSpPr>
      <dsp:spPr>
        <a:xfrm>
          <a:off x="3197290" y="15532"/>
          <a:ext cx="6794241" cy="12474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285750" lvl="1" indent="-285750" algn="ctr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800" kern="1200" dirty="0">
              <a:latin typeface="+mj-lt"/>
            </a:rPr>
            <a:t>Hadoop Distributed File System</a:t>
          </a:r>
          <a:endParaRPr lang="en-IN" sz="2800" kern="1200" dirty="0">
            <a:latin typeface="+mj-lt"/>
          </a:endParaRPr>
        </a:p>
      </dsp:txBody>
      <dsp:txXfrm>
        <a:off x="3197290" y="15532"/>
        <a:ext cx="6794241" cy="1247400"/>
      </dsp:txXfrm>
    </dsp:sp>
    <dsp:sp modelId="{7861621F-CEA2-4DE4-905E-3537086E0326}">
      <dsp:nvSpPr>
        <dsp:cNvPr id="0" name=""/>
        <dsp:cNvSpPr/>
      </dsp:nvSpPr>
      <dsp:spPr>
        <a:xfrm>
          <a:off x="0" y="1489732"/>
          <a:ext cx="2497883" cy="124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71120" rIns="199136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+mj-lt"/>
            </a:rPr>
            <a:t>Resource Management</a:t>
          </a:r>
          <a:endParaRPr lang="en-IN" sz="2800" kern="1200" dirty="0">
            <a:latin typeface="+mj-lt"/>
          </a:endParaRPr>
        </a:p>
      </dsp:txBody>
      <dsp:txXfrm>
        <a:off x="0" y="1489732"/>
        <a:ext cx="2497883" cy="1247400"/>
      </dsp:txXfrm>
    </dsp:sp>
    <dsp:sp modelId="{3FC7D2CC-A570-4E17-9020-AFCCF3EA2F3F}">
      <dsp:nvSpPr>
        <dsp:cNvPr id="0" name=""/>
        <dsp:cNvSpPr/>
      </dsp:nvSpPr>
      <dsp:spPr>
        <a:xfrm>
          <a:off x="2497882" y="1489732"/>
          <a:ext cx="499576" cy="12474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E23563-F4F4-41FF-AF4A-1890C3ACF58B}">
      <dsp:nvSpPr>
        <dsp:cNvPr id="0" name=""/>
        <dsp:cNvSpPr/>
      </dsp:nvSpPr>
      <dsp:spPr>
        <a:xfrm>
          <a:off x="3197290" y="1489732"/>
          <a:ext cx="6794241" cy="12474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285750" lvl="1" indent="-285750" algn="ctr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800" kern="1200" dirty="0">
              <a:latin typeface="+mj-lt"/>
            </a:rPr>
            <a:t>Yet Another Resource Negotiator</a:t>
          </a:r>
          <a:endParaRPr lang="en-IN" sz="2800" kern="1200" dirty="0">
            <a:latin typeface="+mj-lt"/>
          </a:endParaRPr>
        </a:p>
      </dsp:txBody>
      <dsp:txXfrm>
        <a:off x="3197290" y="1489732"/>
        <a:ext cx="6794241" cy="1247400"/>
      </dsp:txXfrm>
    </dsp:sp>
    <dsp:sp modelId="{061151C8-3C13-46D7-A9E3-40716826777E}">
      <dsp:nvSpPr>
        <dsp:cNvPr id="0" name=""/>
        <dsp:cNvSpPr/>
      </dsp:nvSpPr>
      <dsp:spPr>
        <a:xfrm>
          <a:off x="0" y="2963932"/>
          <a:ext cx="2497883" cy="124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71120" rIns="199136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+mj-lt"/>
            </a:rPr>
            <a:t>Processing</a:t>
          </a:r>
          <a:endParaRPr lang="en-IN" sz="2800" kern="1200" dirty="0">
            <a:latin typeface="+mj-lt"/>
          </a:endParaRPr>
        </a:p>
      </dsp:txBody>
      <dsp:txXfrm>
        <a:off x="0" y="2963932"/>
        <a:ext cx="2497883" cy="1247400"/>
      </dsp:txXfrm>
    </dsp:sp>
    <dsp:sp modelId="{37610EBD-37E6-4725-B249-65227BC444BC}">
      <dsp:nvSpPr>
        <dsp:cNvPr id="0" name=""/>
        <dsp:cNvSpPr/>
      </dsp:nvSpPr>
      <dsp:spPr>
        <a:xfrm>
          <a:off x="2497882" y="2963932"/>
          <a:ext cx="499576" cy="12474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31E44E-48E6-4D15-9FC4-D6B878EAB666}">
      <dsp:nvSpPr>
        <dsp:cNvPr id="0" name=""/>
        <dsp:cNvSpPr/>
      </dsp:nvSpPr>
      <dsp:spPr>
        <a:xfrm>
          <a:off x="3197290" y="2963932"/>
          <a:ext cx="6794241" cy="12474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285750" lvl="1" indent="-285750" algn="ctr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800" kern="1200" dirty="0">
              <a:latin typeface="+mj-lt"/>
            </a:rPr>
            <a:t>MapReduce</a:t>
          </a:r>
          <a:endParaRPr lang="en-IN" sz="2800" kern="1200" dirty="0"/>
        </a:p>
      </dsp:txBody>
      <dsp:txXfrm>
        <a:off x="3197290" y="2963932"/>
        <a:ext cx="6794241" cy="12474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BCE3B7-048D-41CF-A317-5AB5411B5F73}">
      <dsp:nvSpPr>
        <dsp:cNvPr id="0" name=""/>
        <dsp:cNvSpPr/>
      </dsp:nvSpPr>
      <dsp:spPr>
        <a:xfrm>
          <a:off x="0" y="1748"/>
          <a:ext cx="9528760" cy="7643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6520" tIns="96520" rIns="96520" bIns="9652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solidFill>
                <a:schemeClr val="tx1"/>
              </a:solidFill>
              <a:latin typeface="+mj-lt"/>
            </a:rPr>
            <a:t>Sits on top of native file system</a:t>
          </a:r>
          <a:endParaRPr lang="en-IN" sz="3800" kern="1200" dirty="0">
            <a:latin typeface="+mj-lt"/>
          </a:endParaRPr>
        </a:p>
      </dsp:txBody>
      <dsp:txXfrm>
        <a:off x="0" y="1748"/>
        <a:ext cx="9528760" cy="764380"/>
      </dsp:txXfrm>
    </dsp:sp>
    <dsp:sp modelId="{61B4C580-BE46-44B3-A4E2-7D5D02E52A49}">
      <dsp:nvSpPr>
        <dsp:cNvPr id="0" name=""/>
        <dsp:cNvSpPr/>
      </dsp:nvSpPr>
      <dsp:spPr>
        <a:xfrm>
          <a:off x="0" y="804347"/>
          <a:ext cx="9528760" cy="7643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6520" tIns="96520" rIns="96520" bIns="9652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+mj-lt"/>
            </a:rPr>
            <a:t>Breaks large files into smaller pieces - blocks</a:t>
          </a:r>
          <a:endParaRPr lang="en-IN" sz="3800" kern="1200" dirty="0">
            <a:solidFill>
              <a:schemeClr val="tx1"/>
            </a:solidFill>
            <a:latin typeface="+mj-lt"/>
          </a:endParaRPr>
        </a:p>
      </dsp:txBody>
      <dsp:txXfrm>
        <a:off x="0" y="804347"/>
        <a:ext cx="9528760" cy="764380"/>
      </dsp:txXfrm>
    </dsp:sp>
    <dsp:sp modelId="{91CA61FC-44F3-415F-8933-E5B576E505D1}">
      <dsp:nvSpPr>
        <dsp:cNvPr id="0" name=""/>
        <dsp:cNvSpPr/>
      </dsp:nvSpPr>
      <dsp:spPr>
        <a:xfrm>
          <a:off x="0" y="1606947"/>
          <a:ext cx="9528760" cy="7643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6520" tIns="96520" rIns="96520" bIns="9652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solidFill>
                <a:schemeClr val="tx1"/>
              </a:solidFill>
              <a:latin typeface="+mj-lt"/>
            </a:rPr>
            <a:t> Default data block size: 64M or 128M</a:t>
          </a:r>
          <a:endParaRPr lang="en-IN" sz="3800" kern="1200" dirty="0">
            <a:solidFill>
              <a:schemeClr val="tx1"/>
            </a:solidFill>
            <a:latin typeface="+mj-lt"/>
          </a:endParaRPr>
        </a:p>
      </dsp:txBody>
      <dsp:txXfrm>
        <a:off x="0" y="1606947"/>
        <a:ext cx="9528760" cy="764380"/>
      </dsp:txXfrm>
    </dsp:sp>
    <dsp:sp modelId="{C1EB81E0-7D08-4E8A-B29E-17E5CFB37AE3}">
      <dsp:nvSpPr>
        <dsp:cNvPr id="0" name=""/>
        <dsp:cNvSpPr/>
      </dsp:nvSpPr>
      <dsp:spPr>
        <a:xfrm>
          <a:off x="0" y="2409546"/>
          <a:ext cx="9528760" cy="7643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6520" tIns="96520" rIns="96520" bIns="9652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solidFill>
                <a:schemeClr val="tx1"/>
              </a:solidFill>
              <a:latin typeface="+mj-lt"/>
            </a:rPr>
            <a:t>Default</a:t>
          </a:r>
          <a:r>
            <a:rPr lang="en-US" sz="3800" kern="1200" baseline="0" dirty="0">
              <a:solidFill>
                <a:schemeClr val="tx1"/>
              </a:solidFill>
              <a:latin typeface="+mj-lt"/>
            </a:rPr>
            <a:t> replication factor: 3</a:t>
          </a:r>
          <a:endParaRPr lang="en-IN" sz="3800" kern="1200" dirty="0">
            <a:solidFill>
              <a:schemeClr val="tx1"/>
            </a:solidFill>
            <a:latin typeface="+mj-lt"/>
          </a:endParaRPr>
        </a:p>
      </dsp:txBody>
      <dsp:txXfrm>
        <a:off x="0" y="2409546"/>
        <a:ext cx="9528760" cy="764380"/>
      </dsp:txXfrm>
    </dsp:sp>
    <dsp:sp modelId="{10284C2D-A87A-4294-B713-164608A754B7}">
      <dsp:nvSpPr>
        <dsp:cNvPr id="0" name=""/>
        <dsp:cNvSpPr/>
      </dsp:nvSpPr>
      <dsp:spPr>
        <a:xfrm>
          <a:off x="0" y="3212146"/>
          <a:ext cx="9528760" cy="7643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6520" tIns="96520" rIns="96520" bIns="9652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solidFill>
                <a:schemeClr val="tx1"/>
              </a:solidFill>
              <a:latin typeface="+mj-lt"/>
            </a:rPr>
            <a:t>Master-Slave architecture</a:t>
          </a:r>
          <a:endParaRPr lang="en-IN" sz="3800" kern="1200" dirty="0">
            <a:solidFill>
              <a:schemeClr val="tx1"/>
            </a:solidFill>
            <a:latin typeface="+mj-lt"/>
          </a:endParaRPr>
        </a:p>
      </dsp:txBody>
      <dsp:txXfrm>
        <a:off x="0" y="3212146"/>
        <a:ext cx="9528760" cy="7643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42DDFC-C609-4E81-BB3B-F881AD90A036}">
      <dsp:nvSpPr>
        <dsp:cNvPr id="0" name=""/>
        <dsp:cNvSpPr/>
      </dsp:nvSpPr>
      <dsp:spPr>
        <a:xfrm rot="5400000">
          <a:off x="5337511" y="-3096898"/>
          <a:ext cx="1203275" cy="77024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+mj-lt"/>
            </a:rPr>
            <a:t>Collection of </a:t>
          </a:r>
          <a:r>
            <a:rPr lang="en-US" sz="1600" kern="1200" dirty="0" err="1">
              <a:latin typeface="+mj-lt"/>
            </a:rPr>
            <a:t>DataNodes</a:t>
          </a:r>
          <a:endParaRPr lang="en-IN" sz="1600" kern="1200" dirty="0">
            <a:latin typeface="+mj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+mj-lt"/>
            </a:rPr>
            <a:t>Uses </a:t>
          </a:r>
          <a:r>
            <a:rPr lang="en-US" sz="1600" kern="1200" dirty="0" err="1">
              <a:latin typeface="+mj-lt"/>
            </a:rPr>
            <a:t>rackID</a:t>
          </a:r>
          <a:r>
            <a:rPr lang="en-US" sz="1600" kern="1200" dirty="0">
              <a:latin typeface="+mj-lt"/>
            </a:rPr>
            <a:t> to identify </a:t>
          </a:r>
          <a:r>
            <a:rPr lang="en-US" sz="1600" kern="1200" dirty="0" err="1">
              <a:latin typeface="+mj-lt"/>
            </a:rPr>
            <a:t>DataNodes</a:t>
          </a:r>
          <a:r>
            <a:rPr lang="en-US" sz="1600" kern="1200" dirty="0">
              <a:latin typeface="+mj-lt"/>
            </a:rPr>
            <a:t> in a rack</a:t>
          </a:r>
          <a:endParaRPr lang="en-IN" sz="1600" kern="1200" dirty="0">
            <a:latin typeface="+mj-lt"/>
          </a:endParaRPr>
        </a:p>
      </dsp:txBody>
      <dsp:txXfrm rot="-5400000">
        <a:off x="2087925" y="211427"/>
        <a:ext cx="7643710" cy="1085797"/>
      </dsp:txXfrm>
    </dsp:sp>
    <dsp:sp modelId="{BFD59977-84B9-41CF-8F6D-1510A91549C6}">
      <dsp:nvSpPr>
        <dsp:cNvPr id="0" name=""/>
        <dsp:cNvSpPr/>
      </dsp:nvSpPr>
      <dsp:spPr>
        <a:xfrm>
          <a:off x="927" y="2278"/>
          <a:ext cx="2086996" cy="150409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+mj-lt"/>
            </a:rPr>
            <a:t>Racks</a:t>
          </a:r>
          <a:endParaRPr lang="en-IN" sz="2500" kern="1200" dirty="0">
            <a:latin typeface="+mj-lt"/>
          </a:endParaRPr>
        </a:p>
      </dsp:txBody>
      <dsp:txXfrm>
        <a:off x="74351" y="75702"/>
        <a:ext cx="1940148" cy="1357246"/>
      </dsp:txXfrm>
    </dsp:sp>
    <dsp:sp modelId="{D24F0A04-7850-476D-A012-660FCFBECC86}">
      <dsp:nvSpPr>
        <dsp:cNvPr id="0" name=""/>
        <dsp:cNvSpPr/>
      </dsp:nvSpPr>
      <dsp:spPr>
        <a:xfrm rot="5400000">
          <a:off x="5273437" y="-1572399"/>
          <a:ext cx="1203275" cy="78120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+mj-lt"/>
            </a:rPr>
            <a:t>Manages collection of files in the cluster</a:t>
          </a:r>
          <a:endParaRPr lang="en-IN" sz="1600" kern="1200" dirty="0">
            <a:latin typeface="+mj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+mj-lt"/>
            </a:rPr>
            <a:t>Manages read, write, create, and delete operations</a:t>
          </a:r>
          <a:endParaRPr lang="en-IN" sz="1600" kern="1200" dirty="0">
            <a:latin typeface="+mj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+mj-lt"/>
            </a:rPr>
            <a:t>Maps blocks to files and file properties – this info is stored in </a:t>
          </a:r>
          <a:r>
            <a:rPr lang="en-US" sz="1600" kern="1200" dirty="0" err="1">
              <a:latin typeface="+mj-lt"/>
            </a:rPr>
            <a:t>FsImage</a:t>
          </a:r>
          <a:endParaRPr lang="en-IN" sz="1600" kern="1200" dirty="0">
            <a:latin typeface="+mj-lt"/>
          </a:endParaRPr>
        </a:p>
      </dsp:txBody>
      <dsp:txXfrm rot="-5400000">
        <a:off x="1969051" y="1790726"/>
        <a:ext cx="7753310" cy="1085797"/>
      </dsp:txXfrm>
    </dsp:sp>
    <dsp:sp modelId="{F1D0431C-264D-4726-AA26-3F1366ED6EA6}">
      <dsp:nvSpPr>
        <dsp:cNvPr id="0" name=""/>
        <dsp:cNvSpPr/>
      </dsp:nvSpPr>
      <dsp:spPr>
        <a:xfrm>
          <a:off x="927" y="1581577"/>
          <a:ext cx="1968123" cy="150409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+mj-lt"/>
            </a:rPr>
            <a:t>File System Namespace</a:t>
          </a:r>
          <a:endParaRPr lang="en-IN" sz="2500" kern="1200" dirty="0">
            <a:latin typeface="+mj-lt"/>
          </a:endParaRPr>
        </a:p>
      </dsp:txBody>
      <dsp:txXfrm>
        <a:off x="74351" y="1655001"/>
        <a:ext cx="1821275" cy="1357246"/>
      </dsp:txXfrm>
    </dsp:sp>
    <dsp:sp modelId="{E518418B-7549-4897-92E5-9696E7EE949D}">
      <dsp:nvSpPr>
        <dsp:cNvPr id="0" name=""/>
        <dsp:cNvSpPr/>
      </dsp:nvSpPr>
      <dsp:spPr>
        <a:xfrm rot="5400000">
          <a:off x="5243689" y="-32521"/>
          <a:ext cx="1203275" cy="789089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+mj-lt"/>
            </a:rPr>
            <a:t>Transaction log that records every transaction happening to file system</a:t>
          </a:r>
          <a:endParaRPr lang="en-IN" sz="1600" kern="1200" dirty="0">
            <a:latin typeface="+mj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latin typeface="+mj-lt"/>
            </a:rPr>
            <a:t>NameNode</a:t>
          </a:r>
          <a:r>
            <a:rPr lang="en-US" sz="1600" kern="1200" dirty="0">
              <a:latin typeface="+mj-lt"/>
            </a:rPr>
            <a:t> reads </a:t>
          </a:r>
          <a:r>
            <a:rPr lang="en-US" sz="1600" kern="1200" dirty="0" err="1">
              <a:latin typeface="+mj-lt"/>
            </a:rPr>
            <a:t>FsImage</a:t>
          </a:r>
          <a:r>
            <a:rPr lang="en-US" sz="1600" kern="1200" dirty="0">
              <a:latin typeface="+mj-lt"/>
            </a:rPr>
            <a:t>, </a:t>
          </a:r>
          <a:r>
            <a:rPr lang="en-US" sz="1600" kern="1200" dirty="0" err="1">
              <a:latin typeface="+mj-lt"/>
            </a:rPr>
            <a:t>EditLog</a:t>
          </a:r>
          <a:r>
            <a:rPr lang="en-US" sz="1600" kern="1200" dirty="0">
              <a:latin typeface="+mj-lt"/>
            </a:rPr>
            <a:t> from disk</a:t>
          </a:r>
          <a:endParaRPr lang="en-IN" sz="1600" kern="1200" dirty="0">
            <a:latin typeface="+mj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+mj-lt"/>
            </a:rPr>
            <a:t>Applies all transactions in </a:t>
          </a:r>
          <a:r>
            <a:rPr lang="en-US" sz="1600" kern="1200" dirty="0" err="1">
              <a:latin typeface="+mj-lt"/>
            </a:rPr>
            <a:t>EditLog</a:t>
          </a:r>
          <a:r>
            <a:rPr lang="en-US" sz="1600" kern="1200" dirty="0">
              <a:latin typeface="+mj-lt"/>
            </a:rPr>
            <a:t> to </a:t>
          </a:r>
          <a:r>
            <a:rPr lang="en-US" sz="1600" kern="1200" dirty="0" err="1">
              <a:latin typeface="+mj-lt"/>
            </a:rPr>
            <a:t>FsImage</a:t>
          </a:r>
          <a:endParaRPr lang="en-IN" sz="1600" kern="1200" dirty="0">
            <a:latin typeface="+mj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+mj-lt"/>
            </a:rPr>
            <a:t>Truncates the now old </a:t>
          </a:r>
          <a:r>
            <a:rPr lang="en-US" sz="1600" kern="1200" dirty="0" err="1">
              <a:latin typeface="+mj-lt"/>
            </a:rPr>
            <a:t>EditLog</a:t>
          </a:r>
          <a:endParaRPr lang="en-IN" sz="1600" kern="1200" dirty="0">
            <a:latin typeface="+mj-lt"/>
          </a:endParaRPr>
        </a:p>
      </dsp:txBody>
      <dsp:txXfrm rot="-5400000">
        <a:off x="1899882" y="3370025"/>
        <a:ext cx="7832151" cy="1085797"/>
      </dsp:txXfrm>
    </dsp:sp>
    <dsp:sp modelId="{23D2236A-3CBB-4B42-9645-E258F6706535}">
      <dsp:nvSpPr>
        <dsp:cNvPr id="0" name=""/>
        <dsp:cNvSpPr/>
      </dsp:nvSpPr>
      <dsp:spPr>
        <a:xfrm>
          <a:off x="927" y="3160876"/>
          <a:ext cx="1898954" cy="150409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>
              <a:latin typeface="+mj-lt"/>
            </a:rPr>
            <a:t>EditLog</a:t>
          </a:r>
          <a:endParaRPr lang="en-IN" sz="2500" kern="1200" dirty="0">
            <a:latin typeface="+mj-lt"/>
          </a:endParaRPr>
        </a:p>
      </dsp:txBody>
      <dsp:txXfrm>
        <a:off x="74351" y="3234300"/>
        <a:ext cx="1752106" cy="13572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42DDFC-C609-4E81-BB3B-F881AD90A036}">
      <dsp:nvSpPr>
        <dsp:cNvPr id="0" name=""/>
        <dsp:cNvSpPr/>
      </dsp:nvSpPr>
      <dsp:spPr>
        <a:xfrm rot="5400000">
          <a:off x="5337511" y="-3096898"/>
          <a:ext cx="1203275" cy="77024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+mj-lt"/>
            </a:rPr>
            <a:t>Block is replicated to multiple </a:t>
          </a:r>
          <a:r>
            <a:rPr lang="en-US" sz="2400" kern="1200" dirty="0" err="1">
              <a:latin typeface="+mj-lt"/>
            </a:rPr>
            <a:t>DataNodes</a:t>
          </a:r>
          <a:endParaRPr lang="en-IN" sz="2400" kern="1200" dirty="0">
            <a:latin typeface="+mj-lt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+mj-lt"/>
            </a:rPr>
            <a:t>No need to wait till entire block is copied to a </a:t>
          </a:r>
          <a:r>
            <a:rPr lang="en-US" sz="2400" kern="1200" dirty="0" err="1">
              <a:latin typeface="+mj-lt"/>
            </a:rPr>
            <a:t>DataNode</a:t>
          </a:r>
          <a:endParaRPr lang="en-IN" sz="2400" kern="1200" dirty="0">
            <a:latin typeface="+mj-lt"/>
          </a:endParaRPr>
        </a:p>
      </dsp:txBody>
      <dsp:txXfrm rot="-5400000">
        <a:off x="2087925" y="211427"/>
        <a:ext cx="7643710" cy="1085797"/>
      </dsp:txXfrm>
    </dsp:sp>
    <dsp:sp modelId="{BFD59977-84B9-41CF-8F6D-1510A91549C6}">
      <dsp:nvSpPr>
        <dsp:cNvPr id="0" name=""/>
        <dsp:cNvSpPr/>
      </dsp:nvSpPr>
      <dsp:spPr>
        <a:xfrm>
          <a:off x="927" y="2278"/>
          <a:ext cx="2086996" cy="150409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j-lt"/>
            </a:rPr>
            <a:t>Data Pipeline</a:t>
          </a:r>
          <a:endParaRPr lang="en-IN" sz="2400" kern="1200" dirty="0">
            <a:latin typeface="+mj-lt"/>
          </a:endParaRPr>
        </a:p>
      </dsp:txBody>
      <dsp:txXfrm>
        <a:off x="74351" y="75702"/>
        <a:ext cx="1940148" cy="1357246"/>
      </dsp:txXfrm>
    </dsp:sp>
    <dsp:sp modelId="{D24F0A04-7850-476D-A012-660FCFBECC86}">
      <dsp:nvSpPr>
        <dsp:cNvPr id="0" name=""/>
        <dsp:cNvSpPr/>
      </dsp:nvSpPr>
      <dsp:spPr>
        <a:xfrm rot="5400000">
          <a:off x="5273437" y="-1572399"/>
          <a:ext cx="1203275" cy="78120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+mj-lt"/>
            </a:rPr>
            <a:t>Periodically sends message to </a:t>
          </a:r>
          <a:r>
            <a:rPr lang="en-US" sz="2400" kern="1200" dirty="0" err="1">
              <a:latin typeface="+mj-lt"/>
            </a:rPr>
            <a:t>NameNode</a:t>
          </a:r>
          <a:endParaRPr lang="en-IN" sz="2400" kern="1200" dirty="0">
            <a:latin typeface="+mj-lt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+mj-lt"/>
            </a:rPr>
            <a:t>Ensures connectivity between </a:t>
          </a:r>
          <a:r>
            <a:rPr lang="en-US" sz="2400" kern="1200" dirty="0" err="1">
              <a:latin typeface="+mj-lt"/>
            </a:rPr>
            <a:t>NameNode</a:t>
          </a:r>
          <a:r>
            <a:rPr lang="en-US" sz="2400" kern="1200" dirty="0">
              <a:latin typeface="+mj-lt"/>
            </a:rPr>
            <a:t> and </a:t>
          </a:r>
          <a:r>
            <a:rPr lang="en-US" sz="2400" kern="1200" dirty="0" err="1">
              <a:latin typeface="+mj-lt"/>
            </a:rPr>
            <a:t>DataNode</a:t>
          </a:r>
          <a:endParaRPr lang="en-IN" sz="2400" kern="1200" dirty="0">
            <a:latin typeface="+mj-lt"/>
          </a:endParaRPr>
        </a:p>
      </dsp:txBody>
      <dsp:txXfrm rot="-5400000">
        <a:off x="1969051" y="1790726"/>
        <a:ext cx="7753310" cy="1085797"/>
      </dsp:txXfrm>
    </dsp:sp>
    <dsp:sp modelId="{F1D0431C-264D-4726-AA26-3F1366ED6EA6}">
      <dsp:nvSpPr>
        <dsp:cNvPr id="0" name=""/>
        <dsp:cNvSpPr/>
      </dsp:nvSpPr>
      <dsp:spPr>
        <a:xfrm>
          <a:off x="927" y="1581577"/>
          <a:ext cx="1968123" cy="150409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+mj-lt"/>
            </a:rPr>
            <a:t>Heartbeart</a:t>
          </a:r>
          <a:endParaRPr lang="en-IN" sz="2400" kern="1200" dirty="0">
            <a:latin typeface="+mj-lt"/>
          </a:endParaRPr>
        </a:p>
      </dsp:txBody>
      <dsp:txXfrm>
        <a:off x="74351" y="1655001"/>
        <a:ext cx="1821275" cy="1357246"/>
      </dsp:txXfrm>
    </dsp:sp>
    <dsp:sp modelId="{E518418B-7549-4897-92E5-9696E7EE949D}">
      <dsp:nvSpPr>
        <dsp:cNvPr id="0" name=""/>
        <dsp:cNvSpPr/>
      </dsp:nvSpPr>
      <dsp:spPr>
        <a:xfrm rot="5400000">
          <a:off x="5243689" y="-32521"/>
          <a:ext cx="1203275" cy="789089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+mj-lt"/>
            </a:rPr>
            <a:t>Assume no heartbeat is received</a:t>
          </a:r>
          <a:endParaRPr lang="en-IN" sz="2400" kern="1200" dirty="0">
            <a:latin typeface="+mj-lt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 err="1">
              <a:latin typeface="+mj-lt"/>
            </a:rPr>
            <a:t>NameNode</a:t>
          </a:r>
          <a:r>
            <a:rPr lang="en-US" sz="2400" kern="1200" dirty="0">
              <a:latin typeface="+mj-lt"/>
            </a:rPr>
            <a:t> replicates the </a:t>
          </a:r>
          <a:r>
            <a:rPr lang="en-US" sz="2400" kern="1200" dirty="0" err="1">
              <a:latin typeface="+mj-lt"/>
            </a:rPr>
            <a:t>DataNode</a:t>
          </a:r>
          <a:r>
            <a:rPr lang="en-US" sz="2400" kern="1200" dirty="0">
              <a:latin typeface="+mj-lt"/>
            </a:rPr>
            <a:t> within the cluster</a:t>
          </a:r>
          <a:endParaRPr lang="en-IN" sz="2400" kern="1200" dirty="0">
            <a:latin typeface="+mj-lt"/>
          </a:endParaRPr>
        </a:p>
      </dsp:txBody>
      <dsp:txXfrm rot="-5400000">
        <a:off x="1899882" y="3370025"/>
        <a:ext cx="7832151" cy="1085797"/>
      </dsp:txXfrm>
    </dsp:sp>
    <dsp:sp modelId="{23D2236A-3CBB-4B42-9645-E258F6706535}">
      <dsp:nvSpPr>
        <dsp:cNvPr id="0" name=""/>
        <dsp:cNvSpPr/>
      </dsp:nvSpPr>
      <dsp:spPr>
        <a:xfrm>
          <a:off x="927" y="3160876"/>
          <a:ext cx="1898954" cy="150409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j-lt"/>
            </a:rPr>
            <a:t>Replication</a:t>
          </a:r>
          <a:endParaRPr lang="en-IN" sz="2400" kern="1200" dirty="0">
            <a:latin typeface="+mj-lt"/>
          </a:endParaRPr>
        </a:p>
      </dsp:txBody>
      <dsp:txXfrm>
        <a:off x="74351" y="3234300"/>
        <a:ext cx="1752106" cy="135724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D8AE4F-5975-4FA7-B74E-8E06410C5AE0}">
      <dsp:nvSpPr>
        <dsp:cNvPr id="0" name=""/>
        <dsp:cNvSpPr/>
      </dsp:nvSpPr>
      <dsp:spPr>
        <a:xfrm>
          <a:off x="0" y="0"/>
          <a:ext cx="90360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08176F-01EA-4737-A293-6949FBE2766C}">
      <dsp:nvSpPr>
        <dsp:cNvPr id="0" name=""/>
        <dsp:cNvSpPr/>
      </dsp:nvSpPr>
      <dsp:spPr>
        <a:xfrm>
          <a:off x="0" y="0"/>
          <a:ext cx="1807210" cy="4316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>
              <a:latin typeface="+mj-lt"/>
            </a:rPr>
            <a:t>YARN</a:t>
          </a:r>
          <a:endParaRPr lang="en-IN" sz="4700" kern="1200" dirty="0">
            <a:latin typeface="+mj-lt"/>
          </a:endParaRPr>
        </a:p>
      </dsp:txBody>
      <dsp:txXfrm>
        <a:off x="0" y="0"/>
        <a:ext cx="1807210" cy="4316079"/>
      </dsp:txXfrm>
    </dsp:sp>
    <dsp:sp modelId="{73D16734-8D27-48CE-8A03-1BB4B1561E70}">
      <dsp:nvSpPr>
        <dsp:cNvPr id="0" name=""/>
        <dsp:cNvSpPr/>
      </dsp:nvSpPr>
      <dsp:spPr>
        <a:xfrm>
          <a:off x="1942750" y="50737"/>
          <a:ext cx="7093299" cy="1014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+mj-lt"/>
            </a:rPr>
            <a:t>Allocates system resources to various applications running in a cluster</a:t>
          </a:r>
          <a:endParaRPr lang="en-IN" sz="2500" kern="1200" dirty="0">
            <a:latin typeface="+mj-lt"/>
          </a:endParaRPr>
        </a:p>
      </dsp:txBody>
      <dsp:txXfrm>
        <a:off x="1942750" y="50737"/>
        <a:ext cx="7093299" cy="1014742"/>
      </dsp:txXfrm>
    </dsp:sp>
    <dsp:sp modelId="{A5EB7D65-C47E-4E5D-A09D-5807F6B9A662}">
      <dsp:nvSpPr>
        <dsp:cNvPr id="0" name=""/>
        <dsp:cNvSpPr/>
      </dsp:nvSpPr>
      <dsp:spPr>
        <a:xfrm>
          <a:off x="1807210" y="1065479"/>
          <a:ext cx="72288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88D8E6-DBC0-4DEC-9944-70B34EEDF6C1}">
      <dsp:nvSpPr>
        <dsp:cNvPr id="0" name=""/>
        <dsp:cNvSpPr/>
      </dsp:nvSpPr>
      <dsp:spPr>
        <a:xfrm>
          <a:off x="1942750" y="1116216"/>
          <a:ext cx="7093299" cy="1014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+mj-lt"/>
            </a:rPr>
            <a:t>Schedules tasks to be executed on different cluster nodes – supports multiple scheduling methods</a:t>
          </a:r>
          <a:endParaRPr lang="en-IN" sz="2500" kern="1200" dirty="0">
            <a:latin typeface="+mj-lt"/>
          </a:endParaRPr>
        </a:p>
      </dsp:txBody>
      <dsp:txXfrm>
        <a:off x="1942750" y="1116216"/>
        <a:ext cx="7093299" cy="1014742"/>
      </dsp:txXfrm>
    </dsp:sp>
    <dsp:sp modelId="{41A5524E-1DA8-413D-931C-4BD976833480}">
      <dsp:nvSpPr>
        <dsp:cNvPr id="0" name=""/>
        <dsp:cNvSpPr/>
      </dsp:nvSpPr>
      <dsp:spPr>
        <a:xfrm>
          <a:off x="1807210" y="2130958"/>
          <a:ext cx="72288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3E1E71-9D9F-4A06-905C-3FAB1A1A4B11}">
      <dsp:nvSpPr>
        <dsp:cNvPr id="0" name=""/>
        <dsp:cNvSpPr/>
      </dsp:nvSpPr>
      <dsp:spPr>
        <a:xfrm>
          <a:off x="1942750" y="2181695"/>
          <a:ext cx="7093299" cy="1014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+mj-lt"/>
            </a:rPr>
            <a:t>FIFO, Fair Scheduler, Capacity Scheduler</a:t>
          </a:r>
          <a:endParaRPr lang="en-IN" sz="2500" kern="1200" dirty="0">
            <a:latin typeface="+mj-lt"/>
          </a:endParaRPr>
        </a:p>
      </dsp:txBody>
      <dsp:txXfrm>
        <a:off x="1942750" y="2181695"/>
        <a:ext cx="7093299" cy="1014742"/>
      </dsp:txXfrm>
    </dsp:sp>
    <dsp:sp modelId="{65DF8728-4CD0-45DD-AC9B-068FE3B5F0AF}">
      <dsp:nvSpPr>
        <dsp:cNvPr id="0" name=""/>
        <dsp:cNvSpPr/>
      </dsp:nvSpPr>
      <dsp:spPr>
        <a:xfrm>
          <a:off x="1807210" y="3196437"/>
          <a:ext cx="72288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98DD6C-AC6D-46FB-90B6-AA458D5B1C58}">
      <dsp:nvSpPr>
        <dsp:cNvPr id="0" name=""/>
        <dsp:cNvSpPr/>
      </dsp:nvSpPr>
      <dsp:spPr>
        <a:xfrm>
          <a:off x="1942750" y="3247175"/>
          <a:ext cx="7093299" cy="1014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+mj-lt"/>
            </a:rPr>
            <a:t>Sits between HDFS and the processing engines. </a:t>
          </a:r>
          <a:endParaRPr lang="en-IN" sz="2500" kern="1200" dirty="0">
            <a:latin typeface="+mj-lt"/>
          </a:endParaRPr>
        </a:p>
      </dsp:txBody>
      <dsp:txXfrm>
        <a:off x="1942750" y="3247175"/>
        <a:ext cx="7093299" cy="1014742"/>
      </dsp:txXfrm>
    </dsp:sp>
    <dsp:sp modelId="{3EC3BA91-58A5-4FB7-BE2D-09619C6DF8D5}">
      <dsp:nvSpPr>
        <dsp:cNvPr id="0" name=""/>
        <dsp:cNvSpPr/>
      </dsp:nvSpPr>
      <dsp:spPr>
        <a:xfrm>
          <a:off x="1807210" y="4261917"/>
          <a:ext cx="72288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42DDFC-C609-4E81-BB3B-F881AD90A036}">
      <dsp:nvSpPr>
        <dsp:cNvPr id="0" name=""/>
        <dsp:cNvSpPr/>
      </dsp:nvSpPr>
      <dsp:spPr>
        <a:xfrm rot="5400000">
          <a:off x="5936006" y="-4013497"/>
          <a:ext cx="924795" cy="918779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+mj-lt"/>
            </a:rPr>
            <a:t>Distributes resources amongst various applications</a:t>
          </a:r>
          <a:endParaRPr lang="en-IN" sz="1700" kern="1200" dirty="0">
            <a:latin typeface="+mj-lt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+mj-lt"/>
            </a:rPr>
            <a:t>Scheduler: any scheduler can be plugged; allocation of resources ONLY, doesn’t monitor</a:t>
          </a:r>
          <a:endParaRPr lang="en-IN" sz="1700" kern="1200" dirty="0">
            <a:latin typeface="+mj-lt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 err="1">
              <a:latin typeface="+mj-lt"/>
            </a:rPr>
            <a:t>ApplicationManager</a:t>
          </a:r>
          <a:r>
            <a:rPr lang="en-US" sz="1700" kern="1200" dirty="0">
              <a:latin typeface="+mj-lt"/>
            </a:rPr>
            <a:t>: accepts job submissions, negotiates resources</a:t>
          </a:r>
          <a:endParaRPr lang="en-IN" sz="1700" kern="1200" dirty="0">
            <a:latin typeface="+mj-lt"/>
          </a:endParaRPr>
        </a:p>
      </dsp:txBody>
      <dsp:txXfrm rot="-5400000">
        <a:off x="1804506" y="163148"/>
        <a:ext cx="9142652" cy="834505"/>
      </dsp:txXfrm>
    </dsp:sp>
    <dsp:sp modelId="{BFD59977-84B9-41CF-8F6D-1510A91549C6}">
      <dsp:nvSpPr>
        <dsp:cNvPr id="0" name=""/>
        <dsp:cNvSpPr/>
      </dsp:nvSpPr>
      <dsp:spPr>
        <a:xfrm>
          <a:off x="498" y="2403"/>
          <a:ext cx="1804007" cy="115599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+mj-lt"/>
            </a:rPr>
            <a:t>Global Resource Manager</a:t>
          </a:r>
          <a:endParaRPr lang="en-IN" sz="2100" kern="1200" dirty="0">
            <a:latin typeface="+mj-lt"/>
          </a:endParaRPr>
        </a:p>
      </dsp:txBody>
      <dsp:txXfrm>
        <a:off x="56929" y="58834"/>
        <a:ext cx="1691145" cy="1043132"/>
      </dsp:txXfrm>
    </dsp:sp>
    <dsp:sp modelId="{D24F0A04-7850-476D-A012-660FCFBECC86}">
      <dsp:nvSpPr>
        <dsp:cNvPr id="0" name=""/>
        <dsp:cNvSpPr/>
      </dsp:nvSpPr>
      <dsp:spPr>
        <a:xfrm rot="5400000">
          <a:off x="5922893" y="-2816213"/>
          <a:ext cx="924795" cy="922081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+mj-lt"/>
            </a:rPr>
            <a:t>Each node has its own resource manager</a:t>
          </a:r>
          <a:endParaRPr lang="en-IN" sz="1700" kern="1200" dirty="0">
            <a:latin typeface="+mj-lt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+mj-lt"/>
            </a:rPr>
            <a:t>Monitors resource usage such as memory, CPU, disk, network</a:t>
          </a:r>
          <a:endParaRPr lang="en-IN" sz="1700" kern="1200" dirty="0">
            <a:latin typeface="+mj-lt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+mj-lt"/>
            </a:rPr>
            <a:t>Reports resource usage to global </a:t>
          </a:r>
          <a:r>
            <a:rPr lang="en-US" sz="1700" kern="1200" dirty="0" err="1">
              <a:latin typeface="+mj-lt"/>
            </a:rPr>
            <a:t>ResourceManager</a:t>
          </a:r>
          <a:endParaRPr lang="en-IN" sz="1700" kern="1200" dirty="0">
            <a:latin typeface="+mj-lt"/>
          </a:endParaRPr>
        </a:p>
      </dsp:txBody>
      <dsp:txXfrm rot="-5400000">
        <a:off x="1774882" y="1376943"/>
        <a:ext cx="9175674" cy="834505"/>
      </dsp:txXfrm>
    </dsp:sp>
    <dsp:sp modelId="{F1D0431C-264D-4726-AA26-3F1366ED6EA6}">
      <dsp:nvSpPr>
        <dsp:cNvPr id="0" name=""/>
        <dsp:cNvSpPr/>
      </dsp:nvSpPr>
      <dsp:spPr>
        <a:xfrm>
          <a:off x="498" y="1216198"/>
          <a:ext cx="1774383" cy="115599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+mj-lt"/>
            </a:rPr>
            <a:t>Node Manager</a:t>
          </a:r>
          <a:endParaRPr lang="en-IN" sz="2100" kern="1200" dirty="0">
            <a:latin typeface="+mj-lt"/>
          </a:endParaRPr>
        </a:p>
      </dsp:txBody>
      <dsp:txXfrm>
        <a:off x="56929" y="1272629"/>
        <a:ext cx="1661521" cy="1043132"/>
      </dsp:txXfrm>
    </dsp:sp>
    <dsp:sp modelId="{E518418B-7549-4897-92E5-9696E7EE949D}">
      <dsp:nvSpPr>
        <dsp:cNvPr id="0" name=""/>
        <dsp:cNvSpPr/>
      </dsp:nvSpPr>
      <dsp:spPr>
        <a:xfrm rot="5400000">
          <a:off x="5879780" y="-1642851"/>
          <a:ext cx="924795" cy="930168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+mj-lt"/>
            </a:rPr>
            <a:t>Application-specific entity</a:t>
          </a:r>
          <a:endParaRPr lang="en-IN" sz="1700" kern="1200" dirty="0">
            <a:latin typeface="+mj-lt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+mj-lt"/>
            </a:rPr>
            <a:t>Negotiates required resources for execution</a:t>
          </a:r>
          <a:endParaRPr lang="en-IN" sz="1700" kern="1200" dirty="0">
            <a:latin typeface="+mj-lt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+mj-lt"/>
            </a:rPr>
            <a:t>Works with </a:t>
          </a:r>
          <a:r>
            <a:rPr lang="en-US" sz="1700" kern="1200" dirty="0" err="1">
              <a:latin typeface="+mj-lt"/>
            </a:rPr>
            <a:t>NodeManager</a:t>
          </a:r>
          <a:r>
            <a:rPr lang="en-US" sz="1700" kern="1200" dirty="0">
              <a:latin typeface="+mj-lt"/>
            </a:rPr>
            <a:t> for executing and monitoring component tasks</a:t>
          </a:r>
          <a:endParaRPr lang="en-IN" sz="1700" kern="1200" dirty="0">
            <a:latin typeface="+mj-lt"/>
          </a:endParaRPr>
        </a:p>
      </dsp:txBody>
      <dsp:txXfrm rot="-5400000">
        <a:off x="1691337" y="2590737"/>
        <a:ext cx="9256538" cy="834505"/>
      </dsp:txXfrm>
    </dsp:sp>
    <dsp:sp modelId="{23D2236A-3CBB-4B42-9645-E258F6706535}">
      <dsp:nvSpPr>
        <dsp:cNvPr id="0" name=""/>
        <dsp:cNvSpPr/>
      </dsp:nvSpPr>
      <dsp:spPr>
        <a:xfrm>
          <a:off x="498" y="2429992"/>
          <a:ext cx="1690838" cy="115599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+mj-lt"/>
            </a:rPr>
            <a:t>Application Master</a:t>
          </a:r>
          <a:endParaRPr lang="en-IN" sz="2100" kern="1200" dirty="0">
            <a:latin typeface="+mj-lt"/>
          </a:endParaRPr>
        </a:p>
      </dsp:txBody>
      <dsp:txXfrm>
        <a:off x="56929" y="2486423"/>
        <a:ext cx="1577976" cy="1043132"/>
      </dsp:txXfrm>
    </dsp:sp>
    <dsp:sp modelId="{AE07ED35-8E48-4499-9754-8FF5C54F8E17}">
      <dsp:nvSpPr>
        <dsp:cNvPr id="0" name=""/>
        <dsp:cNvSpPr/>
      </dsp:nvSpPr>
      <dsp:spPr>
        <a:xfrm rot="5400000">
          <a:off x="5905663" y="-410528"/>
          <a:ext cx="924795" cy="926462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+mj-lt"/>
            </a:rPr>
            <a:t>Basic unit of allocation</a:t>
          </a:r>
          <a:endParaRPr lang="en-IN" sz="1700" kern="1200" dirty="0">
            <a:latin typeface="+mj-lt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+mj-lt"/>
            </a:rPr>
            <a:t>Fine-grained resource allocation across multiple resource types</a:t>
          </a:r>
          <a:endParaRPr lang="en-IN" sz="1700" kern="1200" dirty="0">
            <a:latin typeface="+mj-lt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+mj-lt"/>
            </a:rPr>
            <a:t>container_0: 2 GB, 1 CPU, container_1: 1 GB, 6 CPU </a:t>
          </a:r>
          <a:endParaRPr lang="en-IN" sz="1700" kern="1200" dirty="0">
            <a:latin typeface="+mj-lt"/>
          </a:endParaRPr>
        </a:p>
      </dsp:txBody>
      <dsp:txXfrm rot="-5400000">
        <a:off x="1735747" y="3804533"/>
        <a:ext cx="9219483" cy="834505"/>
      </dsp:txXfrm>
    </dsp:sp>
    <dsp:sp modelId="{DB3C639B-6414-4903-BD5D-B5D7456560B8}">
      <dsp:nvSpPr>
        <dsp:cNvPr id="0" name=""/>
        <dsp:cNvSpPr/>
      </dsp:nvSpPr>
      <dsp:spPr>
        <a:xfrm>
          <a:off x="498" y="3643787"/>
          <a:ext cx="1735248" cy="115599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"/>
                <a:satMod val="30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tint val="13500"/>
                <a:satMod val="2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ln>
          <a:noFill/>
        </a:ln>
        <a:effectLst>
          <a:outerShdw blurRad="63500" dist="25400" dir="147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+mj-lt"/>
            </a:rPr>
            <a:t>Container</a:t>
          </a:r>
          <a:endParaRPr lang="en-IN" sz="2100" kern="1200" dirty="0">
            <a:latin typeface="+mj-lt"/>
          </a:endParaRPr>
        </a:p>
      </dsp:txBody>
      <dsp:txXfrm>
        <a:off x="56929" y="3700218"/>
        <a:ext cx="1622386" cy="10431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58A34-83F4-4B2E-BC5A-DE51EE8822F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FE58C-C1A6-4C4C-90C2-B7F5B0504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050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E1917-0BAF-4687-978A-82FFF05559C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0E1E9A-E921-4174-A0FC-51868D7AC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6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705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9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1658" y="1709738"/>
            <a:ext cx="10105791" cy="286226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1658" y="4589463"/>
            <a:ext cx="10105791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8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700" y="1825625"/>
            <a:ext cx="475488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5325" y="1825625"/>
            <a:ext cx="475488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274638"/>
            <a:ext cx="902335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2100" y="1489075"/>
            <a:ext cx="4754880" cy="64135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2100" y="2193925"/>
            <a:ext cx="475488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98920" y="1489075"/>
            <a:ext cx="4754880" cy="64135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98920" y="2193925"/>
            <a:ext cx="475488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6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8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4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8905" y="987425"/>
            <a:ext cx="567648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1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5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2100" y="1825625"/>
            <a:ext cx="97917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8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2100" y="365125"/>
            <a:ext cx="70104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3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8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2100" y="1825625"/>
            <a:ext cx="9791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62100" y="6356350"/>
            <a:ext cx="2552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4EAB7D7-3608-4730-B2E2-670834DF882C}" type="datetimeFigureOut">
              <a:rPr lang="en-US" smtClean="0"/>
              <a:pPr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B7BAC7-FE87-40F6-AA24-4F4685D1B0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6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8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pos="1464" userDrawn="1">
          <p15:clr>
            <a:srgbClr val="F26B43"/>
          </p15:clr>
        </p15:guide>
        <p15:guide id="3" pos="7152" userDrawn="1">
          <p15:clr>
            <a:srgbClr val="F26B43"/>
          </p15:clr>
        </p15:guide>
        <p15:guide id="4" pos="984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echtarget.com/searchdatamanagement/definition/Apache-Hadoop-YARN-Yet-Another-Resource-Negotiator" TargetMode="External"/><Relationship Id="rId3" Type="http://schemas.openxmlformats.org/officeDocument/2006/relationships/hyperlink" Target="https://www.altexsoft.com/blog/hadoop-pros-cons/" TargetMode="External"/><Relationship Id="rId7" Type="http://schemas.openxmlformats.org/officeDocument/2006/relationships/hyperlink" Target="https://stackoverflow.com/questions/41906675/data-flow-pipeline-in-hadoop-hdfs-when-file-copying-to-datanodes" TargetMode="External"/><Relationship Id="rId2" Type="http://schemas.openxmlformats.org/officeDocument/2006/relationships/hyperlink" Target="https://phoenixnap.com/kb/shared-nothing-architectur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owthamy.medium.com/big-data-battle-batch-processing-vs-stream-processing-5d94600d8103" TargetMode="External"/><Relationship Id="rId5" Type="http://schemas.openxmlformats.org/officeDocument/2006/relationships/hyperlink" Target="https://www.ibm.com/think/topics/hdfs" TargetMode="External"/><Relationship Id="rId4" Type="http://schemas.openxmlformats.org/officeDocument/2006/relationships/hyperlink" Target="https://www.databricks.com/glossary/hadoop-distributed-file-system-hdfs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15233"/>
            <a:ext cx="9144000" cy="1813767"/>
          </a:xfrm>
        </p:spPr>
        <p:txBody>
          <a:bodyPr>
            <a:normAutofit fontScale="90000"/>
          </a:bodyPr>
          <a:lstStyle/>
          <a:p>
            <a:r>
              <a:rPr lang="en-US" sz="13600" dirty="0"/>
              <a:t>Hadoop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62875"/>
            <a:ext cx="9144000" cy="1813767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Introduction and Overview</a:t>
            </a:r>
          </a:p>
          <a:p>
            <a:r>
              <a:rPr lang="en-US" dirty="0">
                <a:latin typeface="+mj-lt"/>
              </a:rPr>
              <a:t>RDBMS vs Hadoop</a:t>
            </a:r>
          </a:p>
          <a:p>
            <a:r>
              <a:rPr lang="en-US" dirty="0">
                <a:latin typeface="+mj-lt"/>
              </a:rPr>
              <a:t>HDFS</a:t>
            </a:r>
          </a:p>
          <a:p>
            <a:r>
              <a:rPr lang="en-US" dirty="0">
                <a:latin typeface="+mj-lt"/>
              </a:rPr>
              <a:t>YARN</a:t>
            </a:r>
          </a:p>
        </p:txBody>
      </p:sp>
    </p:spTree>
    <p:extLst>
      <p:ext uri="{BB962C8B-B14F-4D97-AF65-F5344CB8AC3E}">
        <p14:creationId xmlns:p14="http://schemas.microsoft.com/office/powerpoint/2010/main" val="92307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996C3-8456-2BC2-ED6A-037140BB1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Data… Too Much Data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570B9B0-6A97-6B2F-FB01-C571C408E2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9120989"/>
              </p:ext>
            </p:extLst>
          </p:nvPr>
        </p:nvGraphicFramePr>
        <p:xfrm>
          <a:off x="1562099" y="1825625"/>
          <a:ext cx="1014863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937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Introduction to Hadoop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A0CC3-F4C7-737F-F167-B09DA5311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2100" y="1825626"/>
            <a:ext cx="3523247" cy="4351337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solidFill>
                  <a:srgbClr val="000000"/>
                </a:solidFill>
                <a:latin typeface="+mj-lt"/>
              </a:rPr>
              <a:t>D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+mj-lt"/>
              </a:rPr>
              <a:t>esigned for storing and processing large datasets, and different </a:t>
            </a:r>
            <a:r>
              <a:rPr lang="en-US" sz="2400" b="0" i="1" u="none" strike="noStrike" dirty="0">
                <a:solidFill>
                  <a:srgbClr val="000000"/>
                </a:solidFill>
                <a:effectLst/>
                <a:latin typeface="+mj-lt"/>
              </a:rPr>
              <a:t>kinds 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latin typeface="+mj-lt"/>
              </a:rPr>
              <a:t>of data,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+mj-lt"/>
              </a:rPr>
              <a:t> across clusters of computers.</a:t>
            </a:r>
          </a:p>
          <a:p>
            <a:r>
              <a:rPr lang="en-US" sz="2400" dirty="0">
                <a:solidFill>
                  <a:srgbClr val="000000"/>
                </a:solidFill>
                <a:latin typeface="+mj-lt"/>
              </a:rPr>
              <a:t>It has the capability to handle massive volumes and variety of data in a fairly quick manner.</a:t>
            </a:r>
          </a:p>
          <a:p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+mj-lt"/>
              </a:rPr>
              <a:t>Optimised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+mj-lt"/>
              </a:rPr>
              <a:t> to handle structured, semi-structured, and unstructured data!</a:t>
            </a:r>
          </a:p>
          <a:p>
            <a:endParaRPr lang="en-US" sz="2400" b="0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endParaRPr lang="en-IN" sz="3600" dirty="0">
              <a:latin typeface="+mj-lt"/>
            </a:endParaRPr>
          </a:p>
          <a:p>
            <a:endParaRPr lang="en-IN" sz="24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BE7F5-F5F9-6BCA-F8E5-F363EBF0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347" y="1825626"/>
            <a:ext cx="6268453" cy="436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934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D9F1E7-B3CB-866B-767D-518B69A56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613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title="Title and Content Layout with Chart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Features of Hadoop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C03FF79-2F12-5AEC-9575-D59C255ADA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4609694"/>
              </p:ext>
            </p:extLst>
          </p:nvPr>
        </p:nvGraphicFramePr>
        <p:xfrm>
          <a:off x="1562100" y="1825625"/>
          <a:ext cx="9791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1873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9A5D261-9B04-75DA-04F3-24BA35C9D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2" descr="Shared Nothing Architecture diagram.">
            <a:extLst>
              <a:ext uri="{FF2B5EF4-FFF2-40B4-BE49-F238E27FC236}">
                <a16:creationId xmlns:a16="http://schemas.microsoft.com/office/drawing/2014/main" id="{74D1EEE7-6CD0-C9A0-CB5A-3DB165A6F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567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E9AA4-EEAA-3698-9D52-E5CBF55A9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Main Advantages of Hadoop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988F75-3E3B-DDE8-9520-9412B4E3C5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5344264"/>
              </p:ext>
            </p:extLst>
          </p:nvPr>
        </p:nvGraphicFramePr>
        <p:xfrm>
          <a:off x="1562100" y="1825625"/>
          <a:ext cx="9791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326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CAA5333-3559-F6CD-225E-8BBA918F927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76360722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1909011">
                  <a:extLst>
                    <a:ext uri="{9D8B030D-6E8A-4147-A177-3AD203B41FA5}">
                      <a16:colId xmlns:a16="http://schemas.microsoft.com/office/drawing/2014/main" val="1399943300"/>
                    </a:ext>
                  </a:extLst>
                </a:gridCol>
                <a:gridCol w="5454315">
                  <a:extLst>
                    <a:ext uri="{9D8B030D-6E8A-4147-A177-3AD203B41FA5}">
                      <a16:colId xmlns:a16="http://schemas.microsoft.com/office/drawing/2014/main" val="60159645"/>
                    </a:ext>
                  </a:extLst>
                </a:gridCol>
                <a:gridCol w="4828674">
                  <a:extLst>
                    <a:ext uri="{9D8B030D-6E8A-4147-A177-3AD203B41FA5}">
                      <a16:colId xmlns:a16="http://schemas.microsoft.com/office/drawing/2014/main" val="2872197438"/>
                    </a:ext>
                  </a:extLst>
                </a:gridCol>
              </a:tblGrid>
              <a:tr h="1476200">
                <a:tc>
                  <a:txBody>
                    <a:bodyPr/>
                    <a:lstStyle/>
                    <a:p>
                      <a:pPr algn="ctr"/>
                      <a:endParaRPr lang="en-IN" sz="8000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0" b="0" dirty="0">
                          <a:latin typeface="+mj-lt"/>
                        </a:rPr>
                        <a:t>Hadoop</a:t>
                      </a:r>
                      <a:endParaRPr lang="en-IN" sz="8000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0" b="0" dirty="0">
                          <a:latin typeface="+mj-lt"/>
                        </a:rPr>
                        <a:t>RDBMS</a:t>
                      </a:r>
                      <a:endParaRPr lang="en-IN" sz="8000" b="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236212"/>
                  </a:ext>
                </a:extLst>
              </a:tr>
              <a:tr h="67272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j-lt"/>
                        </a:rPr>
                        <a:t>System</a:t>
                      </a:r>
                      <a:endParaRPr lang="en-IN" sz="1600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j-lt"/>
                        </a:rPr>
                        <a:t>Node-based Flat Structure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j-lt"/>
                        </a:rPr>
                        <a:t>Relational Database Management System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5620048"/>
                  </a:ext>
                </a:extLst>
              </a:tr>
              <a:tr h="67272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j-lt"/>
                        </a:rPr>
                        <a:t>Data Variety</a:t>
                      </a:r>
                      <a:endParaRPr lang="en-IN" sz="1600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j-lt"/>
                        </a:rPr>
                        <a:t>Structured, semi-structured, unstructured data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j-lt"/>
                        </a:rPr>
                        <a:t>Structured data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3234610"/>
                  </a:ext>
                </a:extLst>
              </a:tr>
              <a:tr h="67272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j-lt"/>
                        </a:rPr>
                        <a:t>Data Storage</a:t>
                      </a:r>
                      <a:endParaRPr lang="en-IN" sz="1600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j-lt"/>
                        </a:rPr>
                        <a:t>TB or PB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j-lt"/>
                        </a:rPr>
                        <a:t>GB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8151790"/>
                  </a:ext>
                </a:extLst>
              </a:tr>
              <a:tr h="67272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j-lt"/>
                        </a:rPr>
                        <a:t>Type of Processing</a:t>
                      </a:r>
                      <a:endParaRPr lang="en-IN" sz="1600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j-lt"/>
                        </a:rPr>
                        <a:t>Analytics, Big Data processing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j-lt"/>
                        </a:rPr>
                        <a:t>OLTP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4934398"/>
                  </a:ext>
                </a:extLst>
              </a:tr>
              <a:tr h="67272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j-lt"/>
                        </a:rPr>
                        <a:t>Choice</a:t>
                      </a:r>
                      <a:endParaRPr lang="en-IN" sz="1600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j-lt"/>
                        </a:rPr>
                        <a:t>Big Data processing, which doesn’t need consistent relationships between data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When data needs consistent relationship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059590"/>
                  </a:ext>
                </a:extLst>
              </a:tr>
              <a:tr h="67272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j-lt"/>
                        </a:rPr>
                        <a:t>Hardware Requirements</a:t>
                      </a:r>
                      <a:endParaRPr lang="en-IN" sz="1600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j-lt"/>
                        </a:rPr>
                        <a:t>A node in a Hadoop cluster requires just a processor, a network card, and a few hard drives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j-lt"/>
                        </a:rPr>
                        <a:t>Expensive hardware, high-end processors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100086"/>
                  </a:ext>
                </a:extLst>
              </a:tr>
              <a:tr h="67272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j-lt"/>
                        </a:rPr>
                        <a:t>Cost</a:t>
                      </a:r>
                      <a:endParaRPr lang="en-IN" sz="1600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j-lt"/>
                        </a:rPr>
                        <a:t>$4000 per TB of storage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j-lt"/>
                        </a:rPr>
                        <a:t>$10000 to $14000 per TB of storage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230499"/>
                  </a:ext>
                </a:extLst>
              </a:tr>
              <a:tr h="67272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j-lt"/>
                        </a:rPr>
                        <a:t>Scalability</a:t>
                      </a:r>
                      <a:endParaRPr lang="en-IN" sz="1600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j-lt"/>
                        </a:rPr>
                        <a:t>Horizontal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j-lt"/>
                        </a:rPr>
                        <a:t>Vertical</a:t>
                      </a:r>
                      <a:endParaRPr lang="en-IN" sz="1800" b="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218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492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6D98C-50B3-BC1F-7EEA-A5DFCA7E4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Components of Hadoop</a:t>
            </a:r>
            <a:endParaRPr lang="en-IN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E3E761CB-C5AB-1244-A8BC-B02AEF67E6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6936288"/>
              </p:ext>
            </p:extLst>
          </p:nvPr>
        </p:nvGraphicFramePr>
        <p:xfrm>
          <a:off x="1362269" y="1950098"/>
          <a:ext cx="9991532" cy="4226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2040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9A226-5044-953A-0650-7504C6128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5" y="402975"/>
            <a:ext cx="10240545" cy="1143000"/>
          </a:xfrm>
        </p:spPr>
        <p:txBody>
          <a:bodyPr/>
          <a:lstStyle/>
          <a:p>
            <a:pPr algn="r"/>
            <a:r>
              <a:rPr lang="en-US" dirty="0"/>
              <a:t>Hadoop Distributed File System - HDFS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3B4126B-316D-CEE7-D0EA-6537A73399AB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919333224"/>
              </p:ext>
            </p:extLst>
          </p:nvPr>
        </p:nvGraphicFramePr>
        <p:xfrm>
          <a:off x="1818690" y="2242052"/>
          <a:ext cx="9528760" cy="397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7921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01210-EC95-7DF7-F9CD-B0E7E07EE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F187-18EE-2D63-3688-A769DC7B1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err="1"/>
              <a:t>NameNode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F54233-EE58-8D66-0548-BCABD34E5C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3976754"/>
              </p:ext>
            </p:extLst>
          </p:nvPr>
        </p:nvGraphicFramePr>
        <p:xfrm>
          <a:off x="1562100" y="1825625"/>
          <a:ext cx="9791700" cy="466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126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D15E0-69AB-206C-C824-A99A3D8A0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err="1"/>
              <a:t>DataNode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75E355-D9C4-F712-6AF4-9AFE6ACFB1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5684305"/>
              </p:ext>
            </p:extLst>
          </p:nvPr>
        </p:nvGraphicFramePr>
        <p:xfrm>
          <a:off x="1562100" y="1825625"/>
          <a:ext cx="9791700" cy="466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9500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188AD38-4A87-E41E-78DF-D536DFFEE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6795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1937-B560-BD1E-7575-6107BD604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Default Data Replication Strategy</a:t>
            </a:r>
            <a:endParaRPr lang="en-IN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A153C1F1-FFAF-DA9B-DA61-9ADCB14032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7005652"/>
              </p:ext>
            </p:extLst>
          </p:nvPr>
        </p:nvGraphicFramePr>
        <p:xfrm>
          <a:off x="1562100" y="1825625"/>
          <a:ext cx="9791700" cy="4142037"/>
        </p:xfrm>
        <a:graphic>
          <a:graphicData uri="http://schemas.openxmlformats.org/drawingml/2006/table">
            <a:tbl>
              <a:tblPr bandRow="1">
                <a:tableStyleId>{69CF1AB2-1976-4502-BF36-3FF5EA218861}</a:tableStyleId>
              </a:tblPr>
              <a:tblGrid>
                <a:gridCol w="2683329">
                  <a:extLst>
                    <a:ext uri="{9D8B030D-6E8A-4147-A177-3AD203B41FA5}">
                      <a16:colId xmlns:a16="http://schemas.microsoft.com/office/drawing/2014/main" val="168577883"/>
                    </a:ext>
                  </a:extLst>
                </a:gridCol>
                <a:gridCol w="7108371">
                  <a:extLst>
                    <a:ext uri="{9D8B030D-6E8A-4147-A177-3AD203B41FA5}">
                      <a16:colId xmlns:a16="http://schemas.microsoft.com/office/drawing/2014/main" val="262037041"/>
                    </a:ext>
                  </a:extLst>
                </a:gridCol>
              </a:tblGrid>
              <a:tr h="138067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j-lt"/>
                        </a:rPr>
                        <a:t>First Replica</a:t>
                      </a:r>
                      <a:endParaRPr lang="en-IN" sz="2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+mj-lt"/>
                        </a:rPr>
                        <a:t>Placed on the same node as the client</a:t>
                      </a:r>
                      <a:endParaRPr lang="en-IN" sz="2800" dirty="0">
                        <a:latin typeface="+mj-lt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4057416878"/>
                  </a:ext>
                </a:extLst>
              </a:tr>
              <a:tr h="138067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j-lt"/>
                        </a:rPr>
                        <a:t>Second Replica</a:t>
                      </a:r>
                      <a:endParaRPr lang="en-IN" sz="2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+mj-lt"/>
                        </a:rPr>
                        <a:t>Placed on a node that is present on a different rack</a:t>
                      </a:r>
                      <a:endParaRPr lang="en-IN" sz="2800" dirty="0">
                        <a:latin typeface="+mj-lt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113924654"/>
                  </a:ext>
                </a:extLst>
              </a:tr>
              <a:tr h="138067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j-lt"/>
                        </a:rPr>
                        <a:t>Third Replica</a:t>
                      </a:r>
                      <a:endParaRPr lang="en-IN" sz="2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+mj-lt"/>
                        </a:rPr>
                        <a:t>Place on the same rack as the second replica, but on a different node</a:t>
                      </a:r>
                      <a:endParaRPr lang="en-IN" sz="2800" dirty="0">
                        <a:latin typeface="+mj-lt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399878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3644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FCA72E-8EFC-25CE-5AF3-7FBEDC2F7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61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981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09903-E926-4C6B-86AD-9F2B00CC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Yet Another Resource Negotiator</a:t>
            </a:r>
            <a:endParaRPr lang="en-IN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CB5B45F6-BA81-D8DC-B7D6-42C12393CEF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45903833"/>
              </p:ext>
            </p:extLst>
          </p:nvPr>
        </p:nvGraphicFramePr>
        <p:xfrm>
          <a:off x="2317750" y="2053388"/>
          <a:ext cx="9036050" cy="4316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3942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731CC-F8A8-F20B-BCA3-CF71E839E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56C40-49C8-6AEF-7EEB-883EFA81F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Components of YARN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AB84B3-9AA5-35AD-FC08-EB4D7F0A5E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1415590"/>
              </p:ext>
            </p:extLst>
          </p:nvPr>
        </p:nvGraphicFramePr>
        <p:xfrm>
          <a:off x="352926" y="1696956"/>
          <a:ext cx="11000874" cy="48021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387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Components of YARN - Hadoop YARN - Edureka">
            <a:extLst>
              <a:ext uri="{FF2B5EF4-FFF2-40B4-BE49-F238E27FC236}">
                <a16:creationId xmlns:a16="http://schemas.microsoft.com/office/drawing/2014/main" id="{EC32385E-1D8C-DB80-681F-99D125CA2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230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285A2FD-76D1-D596-0AED-BD4C14E07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2" descr="Hadoop cluster architecture">
            <a:extLst>
              <a:ext uri="{FF2B5EF4-FFF2-40B4-BE49-F238E27FC236}">
                <a16:creationId xmlns:a16="http://schemas.microsoft.com/office/drawing/2014/main" id="{D40C1765-F27E-1FAC-97D0-BD48936660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72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1043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adoop v1.0 vs Hadoop v2.0 - Hadoop YARN - Edureka">
            <a:extLst>
              <a:ext uri="{FF2B5EF4-FFF2-40B4-BE49-F238E27FC236}">
                <a16:creationId xmlns:a16="http://schemas.microsoft.com/office/drawing/2014/main" id="{15BA572C-8198-89CF-828C-B03B908C6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465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258FB-2485-F067-C231-ED2E4FD07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AF7DD-FA05-F41A-E996-304B4BBDD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2100" y="1970004"/>
            <a:ext cx="9791700" cy="4351338"/>
          </a:xfrm>
        </p:spPr>
        <p:txBody>
          <a:bodyPr>
            <a:normAutofit/>
          </a:bodyPr>
          <a:lstStyle/>
          <a:p>
            <a:pPr marL="514350" indent="-514350" rtl="0">
              <a:buFont typeface="+mj-lt"/>
              <a:buAutoNum type="arabicPeriod"/>
            </a:pPr>
            <a:r>
              <a:rPr lang="en-IN" sz="3200" b="0" i="0" u="sng" strike="noStrike" dirty="0">
                <a:solidFill>
                  <a:srgbClr val="1155CC"/>
                </a:solidFill>
                <a:effectLst/>
                <a:latin typeface="+mj-lt"/>
                <a:hlinkClick r:id="rId2"/>
              </a:rPr>
              <a:t>Shared Nothing Architecture - </a:t>
            </a:r>
            <a:r>
              <a:rPr lang="en-IN" sz="3200" b="0" i="0" u="sng" strike="noStrike" dirty="0" err="1">
                <a:solidFill>
                  <a:srgbClr val="1155CC"/>
                </a:solidFill>
                <a:effectLst/>
                <a:latin typeface="+mj-lt"/>
                <a:hlinkClick r:id="rId2"/>
              </a:rPr>
              <a:t>phoenixNAP</a:t>
            </a:r>
            <a:endParaRPr lang="en-IN" sz="3200" u="sng" dirty="0">
              <a:solidFill>
                <a:srgbClr val="1155CC"/>
              </a:solidFill>
              <a:latin typeface="+mj-lt"/>
            </a:endParaRPr>
          </a:p>
          <a:p>
            <a:pPr marL="514350" indent="-514350" rtl="0">
              <a:buFont typeface="+mj-lt"/>
              <a:buAutoNum type="arabicPeriod"/>
            </a:pPr>
            <a:r>
              <a:rPr lang="en-IN" sz="3200" dirty="0">
                <a:latin typeface="+mj-lt"/>
                <a:hlinkClick r:id="rId3"/>
              </a:rPr>
              <a:t>Hadoop Cluster Architecture – </a:t>
            </a:r>
            <a:r>
              <a:rPr lang="en-IN" sz="3200" dirty="0" err="1">
                <a:latin typeface="+mj-lt"/>
                <a:hlinkClick r:id="rId3"/>
              </a:rPr>
              <a:t>altextsoft</a:t>
            </a:r>
            <a:endParaRPr lang="en-IN" sz="3200" b="0" dirty="0">
              <a:effectLst/>
              <a:latin typeface="+mj-lt"/>
            </a:endParaRPr>
          </a:p>
          <a:p>
            <a:pPr marL="514350" indent="-514350" rtl="0">
              <a:buFont typeface="+mj-lt"/>
              <a:buAutoNum type="arabicPeriod"/>
            </a:pPr>
            <a:r>
              <a:rPr lang="en-IN" sz="3200" b="0" dirty="0">
                <a:effectLst/>
                <a:latin typeface="+mj-lt"/>
                <a:hlinkClick r:id="rId4"/>
              </a:rPr>
              <a:t>HDFS – Databricks</a:t>
            </a:r>
            <a:endParaRPr lang="en-IN" sz="3200" dirty="0">
              <a:latin typeface="+mj-lt"/>
            </a:endParaRPr>
          </a:p>
          <a:p>
            <a:pPr marL="514350" indent="-514350" rtl="0">
              <a:buFont typeface="+mj-lt"/>
              <a:buAutoNum type="arabicPeriod"/>
            </a:pPr>
            <a:r>
              <a:rPr lang="en-IN" sz="3200" dirty="0">
                <a:latin typeface="+mj-lt"/>
                <a:hlinkClick r:id="rId5"/>
              </a:rPr>
              <a:t>HDFS – IBM</a:t>
            </a:r>
            <a:endParaRPr lang="en-IN" sz="3200" dirty="0">
              <a:latin typeface="+mj-lt"/>
            </a:endParaRPr>
          </a:p>
          <a:p>
            <a:pPr marL="514350" indent="-514350" rtl="0">
              <a:buFont typeface="+mj-lt"/>
              <a:buAutoNum type="arabicPeriod"/>
            </a:pPr>
            <a:r>
              <a:rPr lang="en-IN" sz="3200" dirty="0">
                <a:latin typeface="+mj-lt"/>
                <a:hlinkClick r:id="rId6"/>
              </a:rPr>
              <a:t>Big Data Processing – Medium</a:t>
            </a:r>
            <a:endParaRPr lang="en-IN" sz="3200" dirty="0">
              <a:latin typeface="+mj-lt"/>
            </a:endParaRPr>
          </a:p>
          <a:p>
            <a:pPr marL="514350" indent="-514350" rtl="0">
              <a:buFont typeface="+mj-lt"/>
              <a:buAutoNum type="arabicPeriod"/>
            </a:pPr>
            <a:r>
              <a:rPr lang="en-IN" sz="3200" dirty="0">
                <a:latin typeface="+mj-lt"/>
                <a:hlinkClick r:id="rId7"/>
              </a:rPr>
              <a:t>Data Pipeline - Stack Overflow</a:t>
            </a:r>
            <a:endParaRPr lang="en-IN" sz="3200" dirty="0">
              <a:latin typeface="+mj-lt"/>
            </a:endParaRPr>
          </a:p>
          <a:p>
            <a:pPr marL="514350" indent="-514350" rtl="0">
              <a:buFont typeface="+mj-lt"/>
              <a:buAutoNum type="arabicPeriod"/>
            </a:pPr>
            <a:r>
              <a:rPr lang="en-IN" sz="3200" dirty="0">
                <a:latin typeface="+mj-lt"/>
                <a:hlinkClick r:id="rId8"/>
              </a:rPr>
              <a:t>YARN - TechTarget</a:t>
            </a:r>
            <a:endParaRPr lang="en-IN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14636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AADEE-A45A-5D07-C0BA-78DBDC0A58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12200" dirty="0"/>
              <a:t>Thank You!</a:t>
            </a:r>
            <a:endParaRPr lang="en-IN" sz="12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D2FAC0-3DB6-2FC8-E4D4-10B408E989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Yuvaraj K</a:t>
            </a:r>
          </a:p>
          <a:p>
            <a:r>
              <a:rPr lang="en-US" dirty="0">
                <a:latin typeface="+mj-lt"/>
              </a:rPr>
              <a:t>2022506079</a:t>
            </a:r>
          </a:p>
          <a:p>
            <a:r>
              <a:rPr lang="en-US" dirty="0" err="1">
                <a:latin typeface="+mj-lt"/>
              </a:rPr>
              <a:t>B.Tech</a:t>
            </a:r>
            <a:r>
              <a:rPr lang="en-US" dirty="0">
                <a:latin typeface="+mj-lt"/>
              </a:rPr>
              <a:t> Information Technology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3486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loud skipper design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oud skipper design slides.potx" id="{A839CB2D-CAF8-4C90-9E08-F1ACA2C5BDD5}" vid="{4C3DFA96-B4CF-43D6-AFA3-6C4764C0CDA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A909FF2A0C6B4BB63F3D8F8BD5A5F3" ma:contentTypeVersion="15" ma:contentTypeDescription="Create a new document." ma:contentTypeScope="" ma:versionID="36bca6e7eac2a137d4b7090895af64d2">
  <xsd:schema xmlns:xsd="http://www.w3.org/2001/XMLSchema" xmlns:xs="http://www.w3.org/2001/XMLSchema" xmlns:p="http://schemas.microsoft.com/office/2006/metadata/properties" xmlns:ns3="9a20c320-ecff-490d-a41e-5928cf94fe95" xmlns:ns4="ec7bd5e3-f836-4b17-ad4d-d4241c412e4d" targetNamespace="http://schemas.microsoft.com/office/2006/metadata/properties" ma:root="true" ma:fieldsID="d849ae96f54e032f56fff885696bfd00" ns3:_="" ns4:_="">
    <xsd:import namespace="9a20c320-ecff-490d-a41e-5928cf94fe95"/>
    <xsd:import namespace="ec7bd5e3-f836-4b17-ad4d-d4241c412e4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20c320-ecff-490d-a41e-5928cf94fe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7bd5e3-f836-4b17-ad4d-d4241c412e4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a20c320-ecff-490d-a41e-5928cf94fe95" xsi:nil="true"/>
  </documentManagement>
</p:properties>
</file>

<file path=customXml/itemProps1.xml><?xml version="1.0" encoding="utf-8"?>
<ds:datastoreItem xmlns:ds="http://schemas.openxmlformats.org/officeDocument/2006/customXml" ds:itemID="{62851F62-7A42-4F18-A3DD-E66B8B0BD9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5837B3-645A-4D7D-B5E0-41A155A488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20c320-ecff-490d-a41e-5928cf94fe95"/>
    <ds:schemaRef ds:uri="ec7bd5e3-f836-4b17-ad4d-d4241c412e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29A7E3-74DC-4CCB-8103-269AD0457875}">
  <ds:schemaRefs>
    <ds:schemaRef ds:uri="http://purl.org/dc/dcmitype/"/>
    <ds:schemaRef ds:uri="http://purl.org/dc/elements/1.1/"/>
    <ds:schemaRef ds:uri="9a20c320-ecff-490d-a41e-5928cf94fe95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ec7bd5e3-f836-4b17-ad4d-d4241c412e4d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Cloud skipper design slides</Template>
  <TotalTime>216</TotalTime>
  <Words>695</Words>
  <Application>Microsoft Office PowerPoint</Application>
  <PresentationFormat>Widescreen</PresentationFormat>
  <Paragraphs>138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Cloud skipper design template</vt:lpstr>
      <vt:lpstr>Hadoop</vt:lpstr>
      <vt:lpstr>Data… Too Much Data</vt:lpstr>
      <vt:lpstr>Introduction to Hadoop</vt:lpstr>
      <vt:lpstr>PowerPoint Presentation</vt:lpstr>
      <vt:lpstr>Features of Hadoop</vt:lpstr>
      <vt:lpstr>PowerPoint Presentation</vt:lpstr>
      <vt:lpstr>Main Advantages of Hadoop</vt:lpstr>
      <vt:lpstr>PowerPoint Presentation</vt:lpstr>
      <vt:lpstr>Components of Hadoop</vt:lpstr>
      <vt:lpstr>Hadoop Distributed File System - HDFS</vt:lpstr>
      <vt:lpstr>NameNode</vt:lpstr>
      <vt:lpstr>DataNode</vt:lpstr>
      <vt:lpstr>PowerPoint Presentation</vt:lpstr>
      <vt:lpstr>Default Data Replication Strategy</vt:lpstr>
      <vt:lpstr>PowerPoint Presentation</vt:lpstr>
      <vt:lpstr>Yet Another Resource Negotiator</vt:lpstr>
      <vt:lpstr>Components of YARN</vt:lpstr>
      <vt:lpstr>PowerPoint Presentation</vt:lpstr>
      <vt:lpstr>PowerPoint Presentation</vt:lpstr>
      <vt:lpstr>PowerPoint Presentation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Warspinix 21</dc:creator>
  <cp:lastModifiedBy>Warspinix 21</cp:lastModifiedBy>
  <cp:revision>2</cp:revision>
  <dcterms:created xsi:type="dcterms:W3CDTF">2025-04-02T16:36:08Z</dcterms:created>
  <dcterms:modified xsi:type="dcterms:W3CDTF">2025-04-03T01:01:07Z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0x010100F6A909FF2A0C6B4BB63F3D8F8BD5A5F3</vt:lpwstr>
  </property>
  <property fmtid="{D5CDD505-2E9C-101B-9397-08002B2CF9AE}" pid="3" name="Order">
    <vt:r8>74062900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