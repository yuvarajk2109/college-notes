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4"/>
  </p:notesMasterIdLst>
  <p:sldIdLst>
    <p:sldId id="256" r:id="rId5"/>
    <p:sldId id="258" r:id="rId6"/>
    <p:sldId id="259" r:id="rId7"/>
    <p:sldId id="260" r:id="rId8"/>
    <p:sldId id="278" r:id="rId9"/>
    <p:sldId id="262" r:id="rId10"/>
    <p:sldId id="279" r:id="rId11"/>
    <p:sldId id="263" r:id="rId12"/>
    <p:sldId id="280" r:id="rId13"/>
    <p:sldId id="264" r:id="rId14"/>
    <p:sldId id="265" r:id="rId15"/>
    <p:sldId id="271" r:id="rId16"/>
    <p:sldId id="266" r:id="rId17"/>
    <p:sldId id="269" r:id="rId18"/>
    <p:sldId id="282" r:id="rId19"/>
    <p:sldId id="289" r:id="rId20"/>
    <p:sldId id="272" r:id="rId21"/>
    <p:sldId id="283" r:id="rId22"/>
    <p:sldId id="284" r:id="rId23"/>
    <p:sldId id="273" r:id="rId24"/>
    <p:sldId id="285" r:id="rId25"/>
    <p:sldId id="274" r:id="rId26"/>
    <p:sldId id="286" r:id="rId27"/>
    <p:sldId id="275" r:id="rId28"/>
    <p:sldId id="287" r:id="rId29"/>
    <p:sldId id="276" r:id="rId30"/>
    <p:sldId id="288" r:id="rId31"/>
    <p:sldId id="277" r:id="rId32"/>
    <p:sldId id="28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591A13-5B5A-4490-B5B6-C876D6903165}" v="234" dt="2025-03-11T18:49:41.1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file:///F:\5\VT\Premier_League_Analysis.pdf" TargetMode="External"/><Relationship Id="rId1" Type="http://schemas.openxmlformats.org/officeDocument/2006/relationships/slide" Target="../slides/slide29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file:///F:\5\VT\Premier_League_Analysis.pdf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CCF560-2C1F-4C57-A06C-A5F086705248}" type="doc">
      <dgm:prSet loTypeId="urn:microsoft.com/office/officeart/2005/8/layout/list1" loCatId="list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8E310BD1-FA93-4D8F-B9BE-5469F1FA3BFE}">
      <dgm:prSet phldrT="[Text]" custT="1"/>
      <dgm:spPr/>
      <dgm:t>
        <a:bodyPr/>
        <a:lstStyle/>
        <a:p>
          <a:r>
            <a:rPr lang="en-US" sz="2800" dirty="0"/>
            <a:t>Text that is displayed on an electronic medium.</a:t>
          </a:r>
          <a:endParaRPr lang="en-IN" sz="2800" dirty="0"/>
        </a:p>
      </dgm:t>
    </dgm:pt>
    <dgm:pt modelId="{5ACCE6A5-945E-4A90-A335-D17B8020BB6D}" type="parTrans" cxnId="{D4854340-BDD8-49C4-925D-096DBB42ED8A}">
      <dgm:prSet/>
      <dgm:spPr/>
      <dgm:t>
        <a:bodyPr/>
        <a:lstStyle/>
        <a:p>
          <a:endParaRPr lang="en-IN"/>
        </a:p>
      </dgm:t>
    </dgm:pt>
    <dgm:pt modelId="{69B4A862-DAD9-499B-BC91-7DAD9FA47309}" type="sibTrans" cxnId="{D4854340-BDD8-49C4-925D-096DBB42ED8A}">
      <dgm:prSet/>
      <dgm:spPr/>
      <dgm:t>
        <a:bodyPr/>
        <a:lstStyle/>
        <a:p>
          <a:endParaRPr lang="en-IN"/>
        </a:p>
      </dgm:t>
    </dgm:pt>
    <dgm:pt modelId="{1CD1088A-5DBF-4D93-81B0-BA6D45619215}">
      <dgm:prSet phldrT="[Text]" custT="1"/>
      <dgm:spPr/>
      <dgm:t>
        <a:bodyPr/>
        <a:lstStyle/>
        <a:p>
          <a:r>
            <a:rPr lang="en-US" sz="2800" dirty="0"/>
            <a:t>Contains links to other </a:t>
          </a:r>
          <a:r>
            <a:rPr lang="en-US" sz="2800" dirty="0">
              <a:hlinkClick xmlns:r="http://schemas.openxmlformats.org/officeDocument/2006/relationships" r:id="rId1" action="ppaction://hlinksldjump"/>
            </a:rPr>
            <a:t>text</a:t>
          </a:r>
          <a:r>
            <a:rPr lang="en-US" sz="2800" dirty="0"/>
            <a:t> in the same document.</a:t>
          </a:r>
          <a:endParaRPr lang="en-IN" sz="2800" dirty="0"/>
        </a:p>
      </dgm:t>
    </dgm:pt>
    <dgm:pt modelId="{169E7ADE-7484-40B0-BFF0-0105B70C1C0A}" type="parTrans" cxnId="{5011D6AA-3DE7-40F7-BE99-87F217BA6BCA}">
      <dgm:prSet/>
      <dgm:spPr/>
      <dgm:t>
        <a:bodyPr/>
        <a:lstStyle/>
        <a:p>
          <a:endParaRPr lang="en-IN"/>
        </a:p>
      </dgm:t>
    </dgm:pt>
    <dgm:pt modelId="{12614F2E-9EAD-4381-A87E-9BD611B26C16}" type="sibTrans" cxnId="{5011D6AA-3DE7-40F7-BE99-87F217BA6BCA}">
      <dgm:prSet/>
      <dgm:spPr/>
      <dgm:t>
        <a:bodyPr/>
        <a:lstStyle/>
        <a:p>
          <a:endParaRPr lang="en-IN"/>
        </a:p>
      </dgm:t>
    </dgm:pt>
    <dgm:pt modelId="{704661EB-AD80-426B-8EFE-7F5373CCF128}">
      <dgm:prSet phldrT="[Text]" custT="1"/>
      <dgm:spPr/>
      <dgm:t>
        <a:bodyPr/>
        <a:lstStyle/>
        <a:p>
          <a:r>
            <a:rPr lang="en-US" sz="2800" dirty="0"/>
            <a:t>Or to external files or </a:t>
          </a:r>
          <a:r>
            <a:rPr lang="en-US" sz="2800" dirty="0">
              <a:hlinkClick xmlns:r="http://schemas.openxmlformats.org/officeDocument/2006/relationships" r:id="rId2" action="ppaction://hlinkfile"/>
            </a:rPr>
            <a:t>other</a:t>
          </a:r>
          <a:r>
            <a:rPr lang="en-US" sz="2800" dirty="0"/>
            <a:t> documents.</a:t>
          </a:r>
          <a:endParaRPr lang="en-IN" sz="2800" dirty="0"/>
        </a:p>
      </dgm:t>
    </dgm:pt>
    <dgm:pt modelId="{C13B6C59-1840-4CE4-850B-EFF22AB9CA8A}" type="parTrans" cxnId="{6A7609C8-526C-4A46-987D-7F815C1033D5}">
      <dgm:prSet/>
      <dgm:spPr/>
      <dgm:t>
        <a:bodyPr/>
        <a:lstStyle/>
        <a:p>
          <a:endParaRPr lang="en-IN"/>
        </a:p>
      </dgm:t>
    </dgm:pt>
    <dgm:pt modelId="{898619E8-4EE3-4410-B602-EA99AEC66712}" type="sibTrans" cxnId="{6A7609C8-526C-4A46-987D-7F815C1033D5}">
      <dgm:prSet/>
      <dgm:spPr/>
      <dgm:t>
        <a:bodyPr/>
        <a:lstStyle/>
        <a:p>
          <a:endParaRPr lang="en-IN"/>
        </a:p>
      </dgm:t>
    </dgm:pt>
    <dgm:pt modelId="{555BE82D-E72F-46DE-A478-F633E4CC38B3}">
      <dgm:prSet phldrT="[Text]" custT="1"/>
      <dgm:spPr/>
      <dgm:t>
        <a:bodyPr/>
        <a:lstStyle/>
        <a:p>
          <a:r>
            <a:rPr lang="en-US" sz="2800" dirty="0"/>
            <a:t>Defines navigational pathways over the internet.</a:t>
          </a:r>
          <a:endParaRPr lang="en-IN" sz="2800" dirty="0"/>
        </a:p>
      </dgm:t>
    </dgm:pt>
    <dgm:pt modelId="{C0AF4332-E9C7-4D3B-BBC7-DF3E72475363}" type="parTrans" cxnId="{3A0C59A0-FC68-4E08-BBA8-0B6FB74314F4}">
      <dgm:prSet/>
      <dgm:spPr/>
      <dgm:t>
        <a:bodyPr/>
        <a:lstStyle/>
        <a:p>
          <a:endParaRPr lang="en-IN"/>
        </a:p>
      </dgm:t>
    </dgm:pt>
    <dgm:pt modelId="{D68CF5D4-1D80-4C8F-B2DE-C9FB926A7A3B}" type="sibTrans" cxnId="{3A0C59A0-FC68-4E08-BBA8-0B6FB74314F4}">
      <dgm:prSet/>
      <dgm:spPr/>
      <dgm:t>
        <a:bodyPr/>
        <a:lstStyle/>
        <a:p>
          <a:endParaRPr lang="en-IN"/>
        </a:p>
      </dgm:t>
    </dgm:pt>
    <dgm:pt modelId="{F803F083-6212-443F-A94F-3B43A8A732E3}" type="pres">
      <dgm:prSet presAssocID="{63CCF560-2C1F-4C57-A06C-A5F086705248}" presName="linear" presStyleCnt="0">
        <dgm:presLayoutVars>
          <dgm:dir/>
          <dgm:animLvl val="lvl"/>
          <dgm:resizeHandles val="exact"/>
        </dgm:presLayoutVars>
      </dgm:prSet>
      <dgm:spPr/>
    </dgm:pt>
    <dgm:pt modelId="{46432B97-A518-4856-84C0-B89BB71B3E3C}" type="pres">
      <dgm:prSet presAssocID="{8E310BD1-FA93-4D8F-B9BE-5469F1FA3BFE}" presName="parentLin" presStyleCnt="0"/>
      <dgm:spPr/>
    </dgm:pt>
    <dgm:pt modelId="{6AD53E76-89FE-44DB-AA63-FAA1C9BFBDC9}" type="pres">
      <dgm:prSet presAssocID="{8E310BD1-FA93-4D8F-B9BE-5469F1FA3BFE}" presName="parentLeftMargin" presStyleLbl="node1" presStyleIdx="0" presStyleCnt="4"/>
      <dgm:spPr/>
    </dgm:pt>
    <dgm:pt modelId="{12027BA5-3EAA-4005-8634-0CFCEBDC054E}" type="pres">
      <dgm:prSet presAssocID="{8E310BD1-FA93-4D8F-B9BE-5469F1FA3BFE}" presName="parentText" presStyleLbl="node1" presStyleIdx="0" presStyleCnt="4" custScaleX="137215">
        <dgm:presLayoutVars>
          <dgm:chMax val="0"/>
          <dgm:bulletEnabled val="1"/>
        </dgm:presLayoutVars>
      </dgm:prSet>
      <dgm:spPr/>
    </dgm:pt>
    <dgm:pt modelId="{2199CBEE-08B2-4E74-B2D2-942ECF573E25}" type="pres">
      <dgm:prSet presAssocID="{8E310BD1-FA93-4D8F-B9BE-5469F1FA3BFE}" presName="negativeSpace" presStyleCnt="0"/>
      <dgm:spPr/>
    </dgm:pt>
    <dgm:pt modelId="{F4F988EF-2524-4094-985A-314741FDC97D}" type="pres">
      <dgm:prSet presAssocID="{8E310BD1-FA93-4D8F-B9BE-5469F1FA3BFE}" presName="childText" presStyleLbl="conFgAcc1" presStyleIdx="0" presStyleCnt="4">
        <dgm:presLayoutVars>
          <dgm:bulletEnabled val="1"/>
        </dgm:presLayoutVars>
      </dgm:prSet>
      <dgm:spPr/>
    </dgm:pt>
    <dgm:pt modelId="{E7A6E45F-FE17-4572-9BF9-9324DEEA867D}" type="pres">
      <dgm:prSet presAssocID="{69B4A862-DAD9-499B-BC91-7DAD9FA47309}" presName="spaceBetweenRectangles" presStyleCnt="0"/>
      <dgm:spPr/>
    </dgm:pt>
    <dgm:pt modelId="{6BA9B572-1BEA-43D3-8752-42B8BDD42DDF}" type="pres">
      <dgm:prSet presAssocID="{1CD1088A-5DBF-4D93-81B0-BA6D45619215}" presName="parentLin" presStyleCnt="0"/>
      <dgm:spPr/>
    </dgm:pt>
    <dgm:pt modelId="{E20F9996-2D21-4DEE-B54A-DEEB8481413E}" type="pres">
      <dgm:prSet presAssocID="{1CD1088A-5DBF-4D93-81B0-BA6D45619215}" presName="parentLeftMargin" presStyleLbl="node1" presStyleIdx="0" presStyleCnt="4"/>
      <dgm:spPr/>
    </dgm:pt>
    <dgm:pt modelId="{4D0AEA82-7226-409E-BACF-7265AB6F2CA8}" type="pres">
      <dgm:prSet presAssocID="{1CD1088A-5DBF-4D93-81B0-BA6D45619215}" presName="parentText" presStyleLbl="node1" presStyleIdx="1" presStyleCnt="4" custScaleX="136915">
        <dgm:presLayoutVars>
          <dgm:chMax val="0"/>
          <dgm:bulletEnabled val="1"/>
        </dgm:presLayoutVars>
      </dgm:prSet>
      <dgm:spPr/>
    </dgm:pt>
    <dgm:pt modelId="{76E8B03B-0F40-4B41-9D6E-16214BCEB259}" type="pres">
      <dgm:prSet presAssocID="{1CD1088A-5DBF-4D93-81B0-BA6D45619215}" presName="negativeSpace" presStyleCnt="0"/>
      <dgm:spPr/>
    </dgm:pt>
    <dgm:pt modelId="{F65BC758-9B16-42F4-B72A-EE17A7D14738}" type="pres">
      <dgm:prSet presAssocID="{1CD1088A-5DBF-4D93-81B0-BA6D45619215}" presName="childText" presStyleLbl="conFgAcc1" presStyleIdx="1" presStyleCnt="4">
        <dgm:presLayoutVars>
          <dgm:bulletEnabled val="1"/>
        </dgm:presLayoutVars>
      </dgm:prSet>
      <dgm:spPr/>
    </dgm:pt>
    <dgm:pt modelId="{2F106FE0-573C-4283-85F8-2255461CE067}" type="pres">
      <dgm:prSet presAssocID="{12614F2E-9EAD-4381-A87E-9BD611B26C16}" presName="spaceBetweenRectangles" presStyleCnt="0"/>
      <dgm:spPr/>
    </dgm:pt>
    <dgm:pt modelId="{6D6BB0E3-61A0-488D-9635-762DDD9BE0F9}" type="pres">
      <dgm:prSet presAssocID="{704661EB-AD80-426B-8EFE-7F5373CCF128}" presName="parentLin" presStyleCnt="0"/>
      <dgm:spPr/>
    </dgm:pt>
    <dgm:pt modelId="{289ADD48-D802-4D45-9E2D-884D562D8564}" type="pres">
      <dgm:prSet presAssocID="{704661EB-AD80-426B-8EFE-7F5373CCF128}" presName="parentLeftMargin" presStyleLbl="node1" presStyleIdx="1" presStyleCnt="4"/>
      <dgm:spPr/>
    </dgm:pt>
    <dgm:pt modelId="{F04ED4B0-B356-423A-83FE-0EAC6E805F4D}" type="pres">
      <dgm:prSet presAssocID="{704661EB-AD80-426B-8EFE-7F5373CCF128}" presName="parentText" presStyleLbl="node1" presStyleIdx="2" presStyleCnt="4" custScaleX="135715">
        <dgm:presLayoutVars>
          <dgm:chMax val="0"/>
          <dgm:bulletEnabled val="1"/>
        </dgm:presLayoutVars>
      </dgm:prSet>
      <dgm:spPr/>
    </dgm:pt>
    <dgm:pt modelId="{801E0270-B0EF-40D6-A65E-BC0FA16DE0A4}" type="pres">
      <dgm:prSet presAssocID="{704661EB-AD80-426B-8EFE-7F5373CCF128}" presName="negativeSpace" presStyleCnt="0"/>
      <dgm:spPr/>
    </dgm:pt>
    <dgm:pt modelId="{17603785-CF49-4829-BDE5-35AF4F0CA1EE}" type="pres">
      <dgm:prSet presAssocID="{704661EB-AD80-426B-8EFE-7F5373CCF128}" presName="childText" presStyleLbl="conFgAcc1" presStyleIdx="2" presStyleCnt="4">
        <dgm:presLayoutVars>
          <dgm:bulletEnabled val="1"/>
        </dgm:presLayoutVars>
      </dgm:prSet>
      <dgm:spPr/>
    </dgm:pt>
    <dgm:pt modelId="{E027A989-F87B-4936-9732-8FBEAED21B4C}" type="pres">
      <dgm:prSet presAssocID="{898619E8-4EE3-4410-B602-EA99AEC66712}" presName="spaceBetweenRectangles" presStyleCnt="0"/>
      <dgm:spPr/>
    </dgm:pt>
    <dgm:pt modelId="{BD6342D7-016C-4F85-9F50-678661E93FE9}" type="pres">
      <dgm:prSet presAssocID="{555BE82D-E72F-46DE-A478-F633E4CC38B3}" presName="parentLin" presStyleCnt="0"/>
      <dgm:spPr/>
    </dgm:pt>
    <dgm:pt modelId="{5D39E694-BBAB-4F7F-BB39-AB12CC2D86F7}" type="pres">
      <dgm:prSet presAssocID="{555BE82D-E72F-46DE-A478-F633E4CC38B3}" presName="parentLeftMargin" presStyleLbl="node1" presStyleIdx="2" presStyleCnt="4"/>
      <dgm:spPr/>
    </dgm:pt>
    <dgm:pt modelId="{E1DDE6DD-B309-4FD1-87F8-05A4DA3CA9FF}" type="pres">
      <dgm:prSet presAssocID="{555BE82D-E72F-46DE-A478-F633E4CC38B3}" presName="parentText" presStyleLbl="node1" presStyleIdx="3" presStyleCnt="4" custScaleX="142615">
        <dgm:presLayoutVars>
          <dgm:chMax val="0"/>
          <dgm:bulletEnabled val="1"/>
        </dgm:presLayoutVars>
      </dgm:prSet>
      <dgm:spPr/>
    </dgm:pt>
    <dgm:pt modelId="{72F44626-3064-400B-AB9F-C9C802F4E907}" type="pres">
      <dgm:prSet presAssocID="{555BE82D-E72F-46DE-A478-F633E4CC38B3}" presName="negativeSpace" presStyleCnt="0"/>
      <dgm:spPr/>
    </dgm:pt>
    <dgm:pt modelId="{34EDB82C-E099-49E1-9651-E8CAEBC7F790}" type="pres">
      <dgm:prSet presAssocID="{555BE82D-E72F-46DE-A478-F633E4CC38B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4854340-BDD8-49C4-925D-096DBB42ED8A}" srcId="{63CCF560-2C1F-4C57-A06C-A5F086705248}" destId="{8E310BD1-FA93-4D8F-B9BE-5469F1FA3BFE}" srcOrd="0" destOrd="0" parTransId="{5ACCE6A5-945E-4A90-A335-D17B8020BB6D}" sibTransId="{69B4A862-DAD9-499B-BC91-7DAD9FA47309}"/>
    <dgm:cxn modelId="{DBC18E44-9CCF-4CE1-995A-A4393B41EA19}" type="presOf" srcId="{8E310BD1-FA93-4D8F-B9BE-5469F1FA3BFE}" destId="{12027BA5-3EAA-4005-8634-0CFCEBDC054E}" srcOrd="1" destOrd="0" presId="urn:microsoft.com/office/officeart/2005/8/layout/list1"/>
    <dgm:cxn modelId="{ECBF0452-84EE-450F-AEDD-2906108162A6}" type="presOf" srcId="{8E310BD1-FA93-4D8F-B9BE-5469F1FA3BFE}" destId="{6AD53E76-89FE-44DB-AA63-FAA1C9BFBDC9}" srcOrd="0" destOrd="0" presId="urn:microsoft.com/office/officeart/2005/8/layout/list1"/>
    <dgm:cxn modelId="{3AC3747E-FF35-4E11-AAE7-90F447A9148E}" type="presOf" srcId="{63CCF560-2C1F-4C57-A06C-A5F086705248}" destId="{F803F083-6212-443F-A94F-3B43A8A732E3}" srcOrd="0" destOrd="0" presId="urn:microsoft.com/office/officeart/2005/8/layout/list1"/>
    <dgm:cxn modelId="{A1526B81-D31D-4159-86BC-B1527CF9A750}" type="presOf" srcId="{555BE82D-E72F-46DE-A478-F633E4CC38B3}" destId="{E1DDE6DD-B309-4FD1-87F8-05A4DA3CA9FF}" srcOrd="1" destOrd="0" presId="urn:microsoft.com/office/officeart/2005/8/layout/list1"/>
    <dgm:cxn modelId="{A8B9068B-D695-416E-9A6B-FE52BE75776D}" type="presOf" srcId="{1CD1088A-5DBF-4D93-81B0-BA6D45619215}" destId="{4D0AEA82-7226-409E-BACF-7265AB6F2CA8}" srcOrd="1" destOrd="0" presId="urn:microsoft.com/office/officeart/2005/8/layout/list1"/>
    <dgm:cxn modelId="{2FD27996-3327-4C59-9AA6-B9B0E4B4E717}" type="presOf" srcId="{704661EB-AD80-426B-8EFE-7F5373CCF128}" destId="{F04ED4B0-B356-423A-83FE-0EAC6E805F4D}" srcOrd="1" destOrd="0" presId="urn:microsoft.com/office/officeart/2005/8/layout/list1"/>
    <dgm:cxn modelId="{3A0C59A0-FC68-4E08-BBA8-0B6FB74314F4}" srcId="{63CCF560-2C1F-4C57-A06C-A5F086705248}" destId="{555BE82D-E72F-46DE-A478-F633E4CC38B3}" srcOrd="3" destOrd="0" parTransId="{C0AF4332-E9C7-4D3B-BBC7-DF3E72475363}" sibTransId="{D68CF5D4-1D80-4C8F-B2DE-C9FB926A7A3B}"/>
    <dgm:cxn modelId="{5011D6AA-3DE7-40F7-BE99-87F217BA6BCA}" srcId="{63CCF560-2C1F-4C57-A06C-A5F086705248}" destId="{1CD1088A-5DBF-4D93-81B0-BA6D45619215}" srcOrd="1" destOrd="0" parTransId="{169E7ADE-7484-40B0-BFF0-0105B70C1C0A}" sibTransId="{12614F2E-9EAD-4381-A87E-9BD611B26C16}"/>
    <dgm:cxn modelId="{6A7609C8-526C-4A46-987D-7F815C1033D5}" srcId="{63CCF560-2C1F-4C57-A06C-A5F086705248}" destId="{704661EB-AD80-426B-8EFE-7F5373CCF128}" srcOrd="2" destOrd="0" parTransId="{C13B6C59-1840-4CE4-850B-EFF22AB9CA8A}" sibTransId="{898619E8-4EE3-4410-B602-EA99AEC66712}"/>
    <dgm:cxn modelId="{E15492CF-2102-46EC-86D2-1F21E25F6426}" type="presOf" srcId="{555BE82D-E72F-46DE-A478-F633E4CC38B3}" destId="{5D39E694-BBAB-4F7F-BB39-AB12CC2D86F7}" srcOrd="0" destOrd="0" presId="urn:microsoft.com/office/officeart/2005/8/layout/list1"/>
    <dgm:cxn modelId="{D9516EE2-9EAE-4269-8271-E6950BB3EB69}" type="presOf" srcId="{1CD1088A-5DBF-4D93-81B0-BA6D45619215}" destId="{E20F9996-2D21-4DEE-B54A-DEEB8481413E}" srcOrd="0" destOrd="0" presId="urn:microsoft.com/office/officeart/2005/8/layout/list1"/>
    <dgm:cxn modelId="{D3B93BFD-EB23-4734-A222-449767C2B920}" type="presOf" srcId="{704661EB-AD80-426B-8EFE-7F5373CCF128}" destId="{289ADD48-D802-4D45-9E2D-884D562D8564}" srcOrd="0" destOrd="0" presId="urn:microsoft.com/office/officeart/2005/8/layout/list1"/>
    <dgm:cxn modelId="{8BB32877-E4BE-46D4-AFBC-9CC371CCA9A4}" type="presParOf" srcId="{F803F083-6212-443F-A94F-3B43A8A732E3}" destId="{46432B97-A518-4856-84C0-B89BB71B3E3C}" srcOrd="0" destOrd="0" presId="urn:microsoft.com/office/officeart/2005/8/layout/list1"/>
    <dgm:cxn modelId="{844061D6-5703-4BEF-84A8-0BCABD9017EB}" type="presParOf" srcId="{46432B97-A518-4856-84C0-B89BB71B3E3C}" destId="{6AD53E76-89FE-44DB-AA63-FAA1C9BFBDC9}" srcOrd="0" destOrd="0" presId="urn:microsoft.com/office/officeart/2005/8/layout/list1"/>
    <dgm:cxn modelId="{B050EEE7-C26B-41B3-9B57-71F8C6DD5611}" type="presParOf" srcId="{46432B97-A518-4856-84C0-B89BB71B3E3C}" destId="{12027BA5-3EAA-4005-8634-0CFCEBDC054E}" srcOrd="1" destOrd="0" presId="urn:microsoft.com/office/officeart/2005/8/layout/list1"/>
    <dgm:cxn modelId="{67C1FF3B-EBDD-41F1-80A9-FC1B8C3365CB}" type="presParOf" srcId="{F803F083-6212-443F-A94F-3B43A8A732E3}" destId="{2199CBEE-08B2-4E74-B2D2-942ECF573E25}" srcOrd="1" destOrd="0" presId="urn:microsoft.com/office/officeart/2005/8/layout/list1"/>
    <dgm:cxn modelId="{6EBD908C-3573-4BE1-8061-CE0E5E02F2A2}" type="presParOf" srcId="{F803F083-6212-443F-A94F-3B43A8A732E3}" destId="{F4F988EF-2524-4094-985A-314741FDC97D}" srcOrd="2" destOrd="0" presId="urn:microsoft.com/office/officeart/2005/8/layout/list1"/>
    <dgm:cxn modelId="{DD12951A-E27A-4DD7-9E82-8DB8ABADC9D2}" type="presParOf" srcId="{F803F083-6212-443F-A94F-3B43A8A732E3}" destId="{E7A6E45F-FE17-4572-9BF9-9324DEEA867D}" srcOrd="3" destOrd="0" presId="urn:microsoft.com/office/officeart/2005/8/layout/list1"/>
    <dgm:cxn modelId="{92608C44-A794-4868-B64F-80FF6716230C}" type="presParOf" srcId="{F803F083-6212-443F-A94F-3B43A8A732E3}" destId="{6BA9B572-1BEA-43D3-8752-42B8BDD42DDF}" srcOrd="4" destOrd="0" presId="urn:microsoft.com/office/officeart/2005/8/layout/list1"/>
    <dgm:cxn modelId="{10A87234-0FC5-4EE9-A360-8E4C9CDA3FF1}" type="presParOf" srcId="{6BA9B572-1BEA-43D3-8752-42B8BDD42DDF}" destId="{E20F9996-2D21-4DEE-B54A-DEEB8481413E}" srcOrd="0" destOrd="0" presId="urn:microsoft.com/office/officeart/2005/8/layout/list1"/>
    <dgm:cxn modelId="{83455509-151A-47F7-8865-467417351E62}" type="presParOf" srcId="{6BA9B572-1BEA-43D3-8752-42B8BDD42DDF}" destId="{4D0AEA82-7226-409E-BACF-7265AB6F2CA8}" srcOrd="1" destOrd="0" presId="urn:microsoft.com/office/officeart/2005/8/layout/list1"/>
    <dgm:cxn modelId="{8BB0E873-87B8-4EAF-90F3-F9E3FED59A00}" type="presParOf" srcId="{F803F083-6212-443F-A94F-3B43A8A732E3}" destId="{76E8B03B-0F40-4B41-9D6E-16214BCEB259}" srcOrd="5" destOrd="0" presId="urn:microsoft.com/office/officeart/2005/8/layout/list1"/>
    <dgm:cxn modelId="{4A929CF1-56D0-44FF-82C4-381EA35A216A}" type="presParOf" srcId="{F803F083-6212-443F-A94F-3B43A8A732E3}" destId="{F65BC758-9B16-42F4-B72A-EE17A7D14738}" srcOrd="6" destOrd="0" presId="urn:microsoft.com/office/officeart/2005/8/layout/list1"/>
    <dgm:cxn modelId="{98C68554-50E3-4A94-875E-555F40BA2827}" type="presParOf" srcId="{F803F083-6212-443F-A94F-3B43A8A732E3}" destId="{2F106FE0-573C-4283-85F8-2255461CE067}" srcOrd="7" destOrd="0" presId="urn:microsoft.com/office/officeart/2005/8/layout/list1"/>
    <dgm:cxn modelId="{A14A1EEA-EFA8-43CA-8BCF-1B0249A82689}" type="presParOf" srcId="{F803F083-6212-443F-A94F-3B43A8A732E3}" destId="{6D6BB0E3-61A0-488D-9635-762DDD9BE0F9}" srcOrd="8" destOrd="0" presId="urn:microsoft.com/office/officeart/2005/8/layout/list1"/>
    <dgm:cxn modelId="{2AB45609-08E2-4725-B135-A7A9922D5849}" type="presParOf" srcId="{6D6BB0E3-61A0-488D-9635-762DDD9BE0F9}" destId="{289ADD48-D802-4D45-9E2D-884D562D8564}" srcOrd="0" destOrd="0" presId="urn:microsoft.com/office/officeart/2005/8/layout/list1"/>
    <dgm:cxn modelId="{B2A44B61-4EF1-4B68-9862-FEAE3AAE2154}" type="presParOf" srcId="{6D6BB0E3-61A0-488D-9635-762DDD9BE0F9}" destId="{F04ED4B0-B356-423A-83FE-0EAC6E805F4D}" srcOrd="1" destOrd="0" presId="urn:microsoft.com/office/officeart/2005/8/layout/list1"/>
    <dgm:cxn modelId="{F456BC6A-AADC-4B8A-B307-F4D1ECCB2B81}" type="presParOf" srcId="{F803F083-6212-443F-A94F-3B43A8A732E3}" destId="{801E0270-B0EF-40D6-A65E-BC0FA16DE0A4}" srcOrd="9" destOrd="0" presId="urn:microsoft.com/office/officeart/2005/8/layout/list1"/>
    <dgm:cxn modelId="{16225CF4-D5FC-475F-B80C-49E8DAC6AB6B}" type="presParOf" srcId="{F803F083-6212-443F-A94F-3B43A8A732E3}" destId="{17603785-CF49-4829-BDE5-35AF4F0CA1EE}" srcOrd="10" destOrd="0" presId="urn:microsoft.com/office/officeart/2005/8/layout/list1"/>
    <dgm:cxn modelId="{43BFAD41-430A-43EC-B1C8-41F1F59C81A4}" type="presParOf" srcId="{F803F083-6212-443F-A94F-3B43A8A732E3}" destId="{E027A989-F87B-4936-9732-8FBEAED21B4C}" srcOrd="11" destOrd="0" presId="urn:microsoft.com/office/officeart/2005/8/layout/list1"/>
    <dgm:cxn modelId="{59FC7FB7-8773-4335-ABF5-62D5CCED15FE}" type="presParOf" srcId="{F803F083-6212-443F-A94F-3B43A8A732E3}" destId="{BD6342D7-016C-4F85-9F50-678661E93FE9}" srcOrd="12" destOrd="0" presId="urn:microsoft.com/office/officeart/2005/8/layout/list1"/>
    <dgm:cxn modelId="{BD5B2ED9-0921-49DD-822B-91E2704C6D7C}" type="presParOf" srcId="{BD6342D7-016C-4F85-9F50-678661E93FE9}" destId="{5D39E694-BBAB-4F7F-BB39-AB12CC2D86F7}" srcOrd="0" destOrd="0" presId="urn:microsoft.com/office/officeart/2005/8/layout/list1"/>
    <dgm:cxn modelId="{8CEC1BF2-B859-4EBC-BCA1-879106740276}" type="presParOf" srcId="{BD6342D7-016C-4F85-9F50-678661E93FE9}" destId="{E1DDE6DD-B309-4FD1-87F8-05A4DA3CA9FF}" srcOrd="1" destOrd="0" presId="urn:microsoft.com/office/officeart/2005/8/layout/list1"/>
    <dgm:cxn modelId="{904B8928-69C4-471A-87C4-8F4D73D7C5AF}" type="presParOf" srcId="{F803F083-6212-443F-A94F-3B43A8A732E3}" destId="{72F44626-3064-400B-AB9F-C9C802F4E907}" srcOrd="13" destOrd="0" presId="urn:microsoft.com/office/officeart/2005/8/layout/list1"/>
    <dgm:cxn modelId="{938F4699-D58B-4995-87EC-69688DE6841A}" type="presParOf" srcId="{F803F083-6212-443F-A94F-3B43A8A732E3}" destId="{34EDB82C-E099-49E1-9651-E8CAEBC7F79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341EB1-F454-4B9D-AF12-9DFE29CB8051}" type="doc">
      <dgm:prSet loTypeId="urn:microsoft.com/office/officeart/2005/8/layout/default" loCatId="list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9305DC87-19A4-4119-956B-C142298F0DF7}">
      <dgm:prSet phldrT="[Text]"/>
      <dgm:spPr/>
      <dgm:t>
        <a:bodyPr/>
        <a:lstStyle/>
        <a:p>
          <a:r>
            <a:rPr lang="en-US" dirty="0"/>
            <a:t>Extension of Hypertext</a:t>
          </a:r>
          <a:endParaRPr lang="en-IN" dirty="0"/>
        </a:p>
      </dgm:t>
    </dgm:pt>
    <dgm:pt modelId="{7EB40DE7-9995-43F0-9779-0520BBDFEB64}" type="parTrans" cxnId="{40E5FD37-22A4-4792-8201-9FEFD6AD727C}">
      <dgm:prSet/>
      <dgm:spPr/>
      <dgm:t>
        <a:bodyPr/>
        <a:lstStyle/>
        <a:p>
          <a:endParaRPr lang="en-IN"/>
        </a:p>
      </dgm:t>
    </dgm:pt>
    <dgm:pt modelId="{9B306AD8-94AB-4C39-A930-0EB6FAF58651}" type="sibTrans" cxnId="{40E5FD37-22A4-4792-8201-9FEFD6AD727C}">
      <dgm:prSet/>
      <dgm:spPr/>
      <dgm:t>
        <a:bodyPr/>
        <a:lstStyle/>
        <a:p>
          <a:endParaRPr lang="en-IN"/>
        </a:p>
      </dgm:t>
    </dgm:pt>
    <dgm:pt modelId="{172ABF60-2323-438E-B760-E54670EC5375}">
      <dgm:prSet phldrT="[Text]"/>
      <dgm:spPr/>
      <dgm:t>
        <a:bodyPr/>
        <a:lstStyle/>
        <a:p>
          <a:r>
            <a:rPr lang="en-US" dirty="0"/>
            <a:t>Use non-textual media to create hyperlinks</a:t>
          </a:r>
          <a:endParaRPr lang="en-IN" dirty="0"/>
        </a:p>
      </dgm:t>
    </dgm:pt>
    <dgm:pt modelId="{A613D6DD-EFCA-4B08-BA1B-FD3C21691AC3}" type="parTrans" cxnId="{176D5BCF-8A38-4664-BB6A-2252120DD632}">
      <dgm:prSet/>
      <dgm:spPr/>
      <dgm:t>
        <a:bodyPr/>
        <a:lstStyle/>
        <a:p>
          <a:endParaRPr lang="en-IN"/>
        </a:p>
      </dgm:t>
    </dgm:pt>
    <dgm:pt modelId="{6A1D0EA0-BFA7-4FD3-B092-3312128E20A7}" type="sibTrans" cxnId="{176D5BCF-8A38-4664-BB6A-2252120DD632}">
      <dgm:prSet/>
      <dgm:spPr/>
      <dgm:t>
        <a:bodyPr/>
        <a:lstStyle/>
        <a:p>
          <a:endParaRPr lang="en-IN"/>
        </a:p>
      </dgm:t>
    </dgm:pt>
    <dgm:pt modelId="{3813A25A-5DC3-40BD-B0AB-DF6559C80C29}">
      <dgm:prSet phldrT="[Text]"/>
      <dgm:spPr/>
      <dgm:t>
        <a:bodyPr/>
        <a:lstStyle/>
        <a:p>
          <a:r>
            <a:rPr lang="en-US" dirty="0"/>
            <a:t>Audio, video, image, animation, graphics</a:t>
          </a:r>
          <a:endParaRPr lang="en-IN" dirty="0"/>
        </a:p>
      </dgm:t>
    </dgm:pt>
    <dgm:pt modelId="{B8A0D687-FC0D-4909-888C-B5545BCB3EEF}" type="parTrans" cxnId="{DF2D9A22-32F6-4D9B-A487-4433E42C1DDE}">
      <dgm:prSet/>
      <dgm:spPr/>
      <dgm:t>
        <a:bodyPr/>
        <a:lstStyle/>
        <a:p>
          <a:endParaRPr lang="en-IN"/>
        </a:p>
      </dgm:t>
    </dgm:pt>
    <dgm:pt modelId="{AD8E61A3-0132-492D-8746-B616F3B73350}" type="sibTrans" cxnId="{DF2D9A22-32F6-4D9B-A487-4433E42C1DDE}">
      <dgm:prSet/>
      <dgm:spPr/>
      <dgm:t>
        <a:bodyPr/>
        <a:lstStyle/>
        <a:p>
          <a:endParaRPr lang="en-IN"/>
        </a:p>
      </dgm:t>
    </dgm:pt>
    <dgm:pt modelId="{0FD54414-34EA-4060-9F55-ED830DFB6927}">
      <dgm:prSet phldrT="[Text]"/>
      <dgm:spPr/>
      <dgm:t>
        <a:bodyPr/>
        <a:lstStyle/>
        <a:p>
          <a:r>
            <a:rPr lang="en-US" dirty="0"/>
            <a:t>Also called as interactive multimedia</a:t>
          </a:r>
          <a:endParaRPr lang="en-IN" dirty="0"/>
        </a:p>
      </dgm:t>
    </dgm:pt>
    <dgm:pt modelId="{E9975A79-3999-49AA-9E0A-55F41ED1758B}" type="parTrans" cxnId="{E1E27BF3-CC2A-4B79-9BDB-7244D1ADB595}">
      <dgm:prSet/>
      <dgm:spPr/>
      <dgm:t>
        <a:bodyPr/>
        <a:lstStyle/>
        <a:p>
          <a:endParaRPr lang="en-IN"/>
        </a:p>
      </dgm:t>
    </dgm:pt>
    <dgm:pt modelId="{B7EBCCF7-6A99-4853-9CC0-B4AF402BD83E}" type="sibTrans" cxnId="{E1E27BF3-CC2A-4B79-9BDB-7244D1ADB595}">
      <dgm:prSet/>
      <dgm:spPr/>
      <dgm:t>
        <a:bodyPr/>
        <a:lstStyle/>
        <a:p>
          <a:endParaRPr lang="en-IN"/>
        </a:p>
      </dgm:t>
    </dgm:pt>
    <dgm:pt modelId="{6DFB74F0-6CD1-4ECB-AE42-050C2C1744A4}" type="pres">
      <dgm:prSet presAssocID="{FC341EB1-F454-4B9D-AF12-9DFE29CB8051}" presName="diagram" presStyleCnt="0">
        <dgm:presLayoutVars>
          <dgm:dir/>
          <dgm:resizeHandles val="exact"/>
        </dgm:presLayoutVars>
      </dgm:prSet>
      <dgm:spPr/>
    </dgm:pt>
    <dgm:pt modelId="{8F805022-847F-4A96-9A76-6587F5E57A5B}" type="pres">
      <dgm:prSet presAssocID="{9305DC87-19A4-4119-956B-C142298F0DF7}" presName="node" presStyleLbl="node1" presStyleIdx="0" presStyleCnt="4">
        <dgm:presLayoutVars>
          <dgm:bulletEnabled val="1"/>
        </dgm:presLayoutVars>
      </dgm:prSet>
      <dgm:spPr/>
    </dgm:pt>
    <dgm:pt modelId="{53E977C1-5B53-49E7-B3CF-69B0525DB096}" type="pres">
      <dgm:prSet presAssocID="{9B306AD8-94AB-4C39-A930-0EB6FAF58651}" presName="sibTrans" presStyleCnt="0"/>
      <dgm:spPr/>
    </dgm:pt>
    <dgm:pt modelId="{093565AD-2EF7-4BFA-9AE2-0955C86AD532}" type="pres">
      <dgm:prSet presAssocID="{172ABF60-2323-438E-B760-E54670EC5375}" presName="node" presStyleLbl="node1" presStyleIdx="1" presStyleCnt="4">
        <dgm:presLayoutVars>
          <dgm:bulletEnabled val="1"/>
        </dgm:presLayoutVars>
      </dgm:prSet>
      <dgm:spPr/>
    </dgm:pt>
    <dgm:pt modelId="{F128D46A-2E0C-4B28-876F-AE5B8695D2DF}" type="pres">
      <dgm:prSet presAssocID="{6A1D0EA0-BFA7-4FD3-B092-3312128E20A7}" presName="sibTrans" presStyleCnt="0"/>
      <dgm:spPr/>
    </dgm:pt>
    <dgm:pt modelId="{6E2F6D86-BB63-4A37-80C8-95ECA9325802}" type="pres">
      <dgm:prSet presAssocID="{3813A25A-5DC3-40BD-B0AB-DF6559C80C29}" presName="node" presStyleLbl="node1" presStyleIdx="2" presStyleCnt="4">
        <dgm:presLayoutVars>
          <dgm:bulletEnabled val="1"/>
        </dgm:presLayoutVars>
      </dgm:prSet>
      <dgm:spPr/>
    </dgm:pt>
    <dgm:pt modelId="{010B687B-0C12-4B0D-B078-3591DE864532}" type="pres">
      <dgm:prSet presAssocID="{AD8E61A3-0132-492D-8746-B616F3B73350}" presName="sibTrans" presStyleCnt="0"/>
      <dgm:spPr/>
    </dgm:pt>
    <dgm:pt modelId="{46732F3B-B3FC-4C28-BD19-5691DC3FC716}" type="pres">
      <dgm:prSet presAssocID="{0FD54414-34EA-4060-9F55-ED830DFB6927}" presName="node" presStyleLbl="node1" presStyleIdx="3" presStyleCnt="4">
        <dgm:presLayoutVars>
          <dgm:bulletEnabled val="1"/>
        </dgm:presLayoutVars>
      </dgm:prSet>
      <dgm:spPr/>
    </dgm:pt>
  </dgm:ptLst>
  <dgm:cxnLst>
    <dgm:cxn modelId="{DF2D9A22-32F6-4D9B-A487-4433E42C1DDE}" srcId="{FC341EB1-F454-4B9D-AF12-9DFE29CB8051}" destId="{3813A25A-5DC3-40BD-B0AB-DF6559C80C29}" srcOrd="2" destOrd="0" parTransId="{B8A0D687-FC0D-4909-888C-B5545BCB3EEF}" sibTransId="{AD8E61A3-0132-492D-8746-B616F3B73350}"/>
    <dgm:cxn modelId="{40E5FD37-22A4-4792-8201-9FEFD6AD727C}" srcId="{FC341EB1-F454-4B9D-AF12-9DFE29CB8051}" destId="{9305DC87-19A4-4119-956B-C142298F0DF7}" srcOrd="0" destOrd="0" parTransId="{7EB40DE7-9995-43F0-9779-0520BBDFEB64}" sibTransId="{9B306AD8-94AB-4C39-A930-0EB6FAF58651}"/>
    <dgm:cxn modelId="{34D62544-14BB-4C7D-A191-2F79C93D0526}" type="presOf" srcId="{172ABF60-2323-438E-B760-E54670EC5375}" destId="{093565AD-2EF7-4BFA-9AE2-0955C86AD532}" srcOrd="0" destOrd="0" presId="urn:microsoft.com/office/officeart/2005/8/layout/default"/>
    <dgm:cxn modelId="{5A622F59-3789-40CE-99E4-BCF40EFD71FD}" type="presOf" srcId="{0FD54414-34EA-4060-9F55-ED830DFB6927}" destId="{46732F3B-B3FC-4C28-BD19-5691DC3FC716}" srcOrd="0" destOrd="0" presId="urn:microsoft.com/office/officeart/2005/8/layout/default"/>
    <dgm:cxn modelId="{CDC85B7F-14B1-4128-8EFF-852ABD66CE6D}" type="presOf" srcId="{9305DC87-19A4-4119-956B-C142298F0DF7}" destId="{8F805022-847F-4A96-9A76-6587F5E57A5B}" srcOrd="0" destOrd="0" presId="urn:microsoft.com/office/officeart/2005/8/layout/default"/>
    <dgm:cxn modelId="{F764A486-E584-4551-B975-70716C7A05DD}" type="presOf" srcId="{FC341EB1-F454-4B9D-AF12-9DFE29CB8051}" destId="{6DFB74F0-6CD1-4ECB-AE42-050C2C1744A4}" srcOrd="0" destOrd="0" presId="urn:microsoft.com/office/officeart/2005/8/layout/default"/>
    <dgm:cxn modelId="{176D5BCF-8A38-4664-BB6A-2252120DD632}" srcId="{FC341EB1-F454-4B9D-AF12-9DFE29CB8051}" destId="{172ABF60-2323-438E-B760-E54670EC5375}" srcOrd="1" destOrd="0" parTransId="{A613D6DD-EFCA-4B08-BA1B-FD3C21691AC3}" sibTransId="{6A1D0EA0-BFA7-4FD3-B092-3312128E20A7}"/>
    <dgm:cxn modelId="{B8FFCED6-E28B-4D54-960E-2A56798BC441}" type="presOf" srcId="{3813A25A-5DC3-40BD-B0AB-DF6559C80C29}" destId="{6E2F6D86-BB63-4A37-80C8-95ECA9325802}" srcOrd="0" destOrd="0" presId="urn:microsoft.com/office/officeart/2005/8/layout/default"/>
    <dgm:cxn modelId="{E1E27BF3-CC2A-4B79-9BDB-7244D1ADB595}" srcId="{FC341EB1-F454-4B9D-AF12-9DFE29CB8051}" destId="{0FD54414-34EA-4060-9F55-ED830DFB6927}" srcOrd="3" destOrd="0" parTransId="{E9975A79-3999-49AA-9E0A-55F41ED1758B}" sibTransId="{B7EBCCF7-6A99-4853-9CC0-B4AF402BD83E}"/>
    <dgm:cxn modelId="{D66009CB-D23B-4777-9387-BCCCDB3CCC19}" type="presParOf" srcId="{6DFB74F0-6CD1-4ECB-AE42-050C2C1744A4}" destId="{8F805022-847F-4A96-9A76-6587F5E57A5B}" srcOrd="0" destOrd="0" presId="urn:microsoft.com/office/officeart/2005/8/layout/default"/>
    <dgm:cxn modelId="{0D0E0B1E-6290-4F3F-BFC3-A71C952CB566}" type="presParOf" srcId="{6DFB74F0-6CD1-4ECB-AE42-050C2C1744A4}" destId="{53E977C1-5B53-49E7-B3CF-69B0525DB096}" srcOrd="1" destOrd="0" presId="urn:microsoft.com/office/officeart/2005/8/layout/default"/>
    <dgm:cxn modelId="{DCC528B3-AC11-450E-8E2B-80C17A5FF671}" type="presParOf" srcId="{6DFB74F0-6CD1-4ECB-AE42-050C2C1744A4}" destId="{093565AD-2EF7-4BFA-9AE2-0955C86AD532}" srcOrd="2" destOrd="0" presId="urn:microsoft.com/office/officeart/2005/8/layout/default"/>
    <dgm:cxn modelId="{D3F6445D-48AF-4638-8B3F-A67451879FA0}" type="presParOf" srcId="{6DFB74F0-6CD1-4ECB-AE42-050C2C1744A4}" destId="{F128D46A-2E0C-4B28-876F-AE5B8695D2DF}" srcOrd="3" destOrd="0" presId="urn:microsoft.com/office/officeart/2005/8/layout/default"/>
    <dgm:cxn modelId="{7CB21B36-1229-4052-A02F-2FB5F344BDE6}" type="presParOf" srcId="{6DFB74F0-6CD1-4ECB-AE42-050C2C1744A4}" destId="{6E2F6D86-BB63-4A37-80C8-95ECA9325802}" srcOrd="4" destOrd="0" presId="urn:microsoft.com/office/officeart/2005/8/layout/default"/>
    <dgm:cxn modelId="{E3C95F89-AD1E-4FDA-B673-1328EF8D9DC8}" type="presParOf" srcId="{6DFB74F0-6CD1-4ECB-AE42-050C2C1744A4}" destId="{010B687B-0C12-4B0D-B078-3591DE864532}" srcOrd="5" destOrd="0" presId="urn:microsoft.com/office/officeart/2005/8/layout/default"/>
    <dgm:cxn modelId="{824D69A5-0FDE-446B-B180-CD9933056168}" type="presParOf" srcId="{6DFB74F0-6CD1-4ECB-AE42-050C2C1744A4}" destId="{46732F3B-B3FC-4C28-BD19-5691DC3FC71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988EF-2524-4094-985A-314741FDC97D}">
      <dsp:nvSpPr>
        <dsp:cNvPr id="0" name=""/>
        <dsp:cNvSpPr/>
      </dsp:nvSpPr>
      <dsp:spPr>
        <a:xfrm>
          <a:off x="0" y="423073"/>
          <a:ext cx="10515600" cy="680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027BA5-3EAA-4005-8634-0CFCEBDC054E}">
      <dsp:nvSpPr>
        <dsp:cNvPr id="0" name=""/>
        <dsp:cNvSpPr/>
      </dsp:nvSpPr>
      <dsp:spPr>
        <a:xfrm>
          <a:off x="520131" y="24553"/>
          <a:ext cx="9991787" cy="7970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Text that is displayed on an electronic medium.</a:t>
          </a:r>
          <a:endParaRPr lang="en-IN" sz="2800" kern="1200" dirty="0"/>
        </a:p>
      </dsp:txBody>
      <dsp:txXfrm>
        <a:off x="559039" y="63461"/>
        <a:ext cx="9913971" cy="719224"/>
      </dsp:txXfrm>
    </dsp:sp>
    <dsp:sp modelId="{F65BC758-9B16-42F4-B72A-EE17A7D14738}">
      <dsp:nvSpPr>
        <dsp:cNvPr id="0" name=""/>
        <dsp:cNvSpPr/>
      </dsp:nvSpPr>
      <dsp:spPr>
        <a:xfrm>
          <a:off x="0" y="1647793"/>
          <a:ext cx="10515600" cy="680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D0AEA82-7226-409E-BACF-7265AB6F2CA8}">
      <dsp:nvSpPr>
        <dsp:cNvPr id="0" name=""/>
        <dsp:cNvSpPr/>
      </dsp:nvSpPr>
      <dsp:spPr>
        <a:xfrm>
          <a:off x="521158" y="1249273"/>
          <a:ext cx="9989625" cy="7970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Contains links to other </a:t>
          </a:r>
          <a:r>
            <a:rPr lang="en-US" sz="2800" kern="1200" dirty="0">
              <a:hlinkClick xmlns:r="http://schemas.openxmlformats.org/officeDocument/2006/relationships" r:id="" action="ppaction://hlinksldjump"/>
            </a:rPr>
            <a:t>text</a:t>
          </a:r>
          <a:r>
            <a:rPr lang="en-US" sz="2800" kern="1200" dirty="0"/>
            <a:t> in the same document.</a:t>
          </a:r>
          <a:endParaRPr lang="en-IN" sz="2800" kern="1200" dirty="0"/>
        </a:p>
      </dsp:txBody>
      <dsp:txXfrm>
        <a:off x="560066" y="1288181"/>
        <a:ext cx="9911809" cy="719224"/>
      </dsp:txXfrm>
    </dsp:sp>
    <dsp:sp modelId="{17603785-CF49-4829-BDE5-35AF4F0CA1EE}">
      <dsp:nvSpPr>
        <dsp:cNvPr id="0" name=""/>
        <dsp:cNvSpPr/>
      </dsp:nvSpPr>
      <dsp:spPr>
        <a:xfrm>
          <a:off x="0" y="2872513"/>
          <a:ext cx="10515600" cy="680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04ED4B0-B356-423A-83FE-0EAC6E805F4D}">
      <dsp:nvSpPr>
        <dsp:cNvPr id="0" name=""/>
        <dsp:cNvSpPr/>
      </dsp:nvSpPr>
      <dsp:spPr>
        <a:xfrm>
          <a:off x="525266" y="2473993"/>
          <a:ext cx="9980116" cy="7970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Or to external files or </a:t>
          </a:r>
          <a:r>
            <a:rPr lang="en-US" sz="2800" kern="1200" dirty="0">
              <a:hlinkClick xmlns:r="http://schemas.openxmlformats.org/officeDocument/2006/relationships" r:id="rId1" action="ppaction://hlinkfile"/>
            </a:rPr>
            <a:t>other</a:t>
          </a:r>
          <a:r>
            <a:rPr lang="en-US" sz="2800" kern="1200" dirty="0"/>
            <a:t> documents.</a:t>
          </a:r>
          <a:endParaRPr lang="en-IN" sz="2800" kern="1200" dirty="0"/>
        </a:p>
      </dsp:txBody>
      <dsp:txXfrm>
        <a:off x="564174" y="2512901"/>
        <a:ext cx="9902300" cy="719224"/>
      </dsp:txXfrm>
    </dsp:sp>
    <dsp:sp modelId="{34EDB82C-E099-49E1-9651-E8CAEBC7F790}">
      <dsp:nvSpPr>
        <dsp:cNvPr id="0" name=""/>
        <dsp:cNvSpPr/>
      </dsp:nvSpPr>
      <dsp:spPr>
        <a:xfrm>
          <a:off x="0" y="4097233"/>
          <a:ext cx="10515600" cy="680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1DDE6DD-B309-4FD1-87F8-05A4DA3CA9FF}">
      <dsp:nvSpPr>
        <dsp:cNvPr id="0" name=""/>
        <dsp:cNvSpPr/>
      </dsp:nvSpPr>
      <dsp:spPr>
        <a:xfrm>
          <a:off x="501134" y="3698713"/>
          <a:ext cx="10005692" cy="7970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Defines navigational pathways over the internet.</a:t>
          </a:r>
          <a:endParaRPr lang="en-IN" sz="2800" kern="1200" dirty="0"/>
        </a:p>
      </dsp:txBody>
      <dsp:txXfrm>
        <a:off x="540042" y="3737621"/>
        <a:ext cx="9927876" cy="7192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805022-847F-4A96-9A76-6587F5E57A5B}">
      <dsp:nvSpPr>
        <dsp:cNvPr id="0" name=""/>
        <dsp:cNvSpPr/>
      </dsp:nvSpPr>
      <dsp:spPr>
        <a:xfrm>
          <a:off x="567" y="756577"/>
          <a:ext cx="2212395" cy="13274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Extension of Hypertext</a:t>
          </a:r>
          <a:endParaRPr lang="en-IN" sz="2100" kern="1200" dirty="0"/>
        </a:p>
      </dsp:txBody>
      <dsp:txXfrm>
        <a:off x="567" y="756577"/>
        <a:ext cx="2212395" cy="1327437"/>
      </dsp:txXfrm>
    </dsp:sp>
    <dsp:sp modelId="{093565AD-2EF7-4BFA-9AE2-0955C86AD532}">
      <dsp:nvSpPr>
        <dsp:cNvPr id="0" name=""/>
        <dsp:cNvSpPr/>
      </dsp:nvSpPr>
      <dsp:spPr>
        <a:xfrm>
          <a:off x="2434202" y="756577"/>
          <a:ext cx="2212395" cy="13274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Use non-textual media to create hyperlinks</a:t>
          </a:r>
          <a:endParaRPr lang="en-IN" sz="2100" kern="1200" dirty="0"/>
        </a:p>
      </dsp:txBody>
      <dsp:txXfrm>
        <a:off x="2434202" y="756577"/>
        <a:ext cx="2212395" cy="1327437"/>
      </dsp:txXfrm>
    </dsp:sp>
    <dsp:sp modelId="{6E2F6D86-BB63-4A37-80C8-95ECA9325802}">
      <dsp:nvSpPr>
        <dsp:cNvPr id="0" name=""/>
        <dsp:cNvSpPr/>
      </dsp:nvSpPr>
      <dsp:spPr>
        <a:xfrm>
          <a:off x="567" y="2305254"/>
          <a:ext cx="2212395" cy="13274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Audio, video, image, animation, graphics</a:t>
          </a:r>
          <a:endParaRPr lang="en-IN" sz="2100" kern="1200" dirty="0"/>
        </a:p>
      </dsp:txBody>
      <dsp:txXfrm>
        <a:off x="567" y="2305254"/>
        <a:ext cx="2212395" cy="1327437"/>
      </dsp:txXfrm>
    </dsp:sp>
    <dsp:sp modelId="{46732F3B-B3FC-4C28-BD19-5691DC3FC716}">
      <dsp:nvSpPr>
        <dsp:cNvPr id="0" name=""/>
        <dsp:cNvSpPr/>
      </dsp:nvSpPr>
      <dsp:spPr>
        <a:xfrm>
          <a:off x="2434202" y="2305254"/>
          <a:ext cx="2212395" cy="13274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Also called as interactive multimedia</a:t>
          </a:r>
          <a:endParaRPr lang="en-IN" sz="2100" kern="1200" dirty="0"/>
        </a:p>
      </dsp:txBody>
      <dsp:txXfrm>
        <a:off x="2434202" y="2305254"/>
        <a:ext cx="2212395" cy="1327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13E06-F84F-4680-AE51-38432E1CFC73}" type="datetimeFigureOut">
              <a:rPr lang="en-IN" smtClean="0"/>
              <a:t>12-03-2025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D7594-D943-483D-B00D-7D0FDC907CF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570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D7594-D943-483D-B00D-7D0FDC907CF8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181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8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64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9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75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64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18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17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22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24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70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955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15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3BEB9-0C14-8FC1-18B3-502633954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Hypermedia Concepts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CB121-705E-391D-A632-D338E892FC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 Mohamed Jamal Basha </a:t>
            </a:r>
            <a:r>
              <a:rPr lang="en-IN" dirty="0"/>
              <a:t>– 2022506001</a:t>
            </a:r>
          </a:p>
          <a:p>
            <a:r>
              <a:rPr lang="en-IN" dirty="0"/>
              <a:t>Kabilesh Selvakumar E – 2022506078</a:t>
            </a:r>
          </a:p>
          <a:p>
            <a:r>
              <a:rPr lang="en-IN" dirty="0"/>
              <a:t>Yuvaraj K - 2022506079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017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1EFC-C657-20B4-6007-902CEB93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Hypertext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24186E-A794-E2E1-AB09-363B1AA247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5729506"/>
              </p:ext>
            </p:extLst>
          </p:nvPr>
        </p:nvGraphicFramePr>
        <p:xfrm>
          <a:off x="838200" y="1848004"/>
          <a:ext cx="10515600" cy="4802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2166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53D9-9D10-5163-9BAB-DFFE24CB6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A319-9D67-96CD-ABDF-598311FB5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Hypermedia – The Logical Evolution</a:t>
            </a:r>
            <a:endParaRPr lang="en-IN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DA3064-09C5-CB6F-FF1F-978D473554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4201280"/>
              </p:ext>
            </p:extLst>
          </p:nvPr>
        </p:nvGraphicFramePr>
        <p:xfrm>
          <a:off x="422140" y="1680913"/>
          <a:ext cx="4647165" cy="4389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87ECA3E-7A0D-ECAE-814E-9087A6CDD0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0168" y="2251607"/>
            <a:ext cx="6789795" cy="32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53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A4F6-1E82-D816-1F5D-7AB536F91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64ED-6E41-2D05-9FCC-DAEB19F4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Markup</a:t>
            </a:r>
            <a:endParaRPr lang="en-IN" sz="5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B17DCB-0A91-E2A0-072F-7B1DB0D67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Everything in a document that is not content.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Markup indicators are called tags.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Procedural Markup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Unique to a specific software package.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Eg: &lt;Ctrl&gt;+B for making text bold in MS Word.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Descriptive Markup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Recognisable by different application softwares.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Eg: a tag used for making text bold in HTML.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Interpreted by different browsers, and they produce the actual change in their own way.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Markup language: </a:t>
            </a:r>
            <a:r>
              <a:rPr lang="en-US" dirty="0"/>
              <a:t>syntax or system which uses markup rules to define document format and structure.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Eg: HTML and XML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689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7A547-E7C5-A21A-C18E-8303300E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A191-49A1-CB05-BE3B-3356A64B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Hypertext Transfer Protocol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BEF9E6-641D-9675-2BFF-5ED384B62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147" y="1858066"/>
            <a:ext cx="10803582" cy="165182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Set of rules for </a:t>
            </a:r>
            <a:r>
              <a:rPr lang="en-US" sz="2400" b="1" dirty="0"/>
              <a:t>data communication</a:t>
            </a:r>
            <a:r>
              <a:rPr lang="en-US" sz="2400" dirty="0"/>
              <a:t> in a hypermedia information system.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Functions in a request-response manner.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Stateless:</a:t>
            </a:r>
            <a:r>
              <a:rPr lang="en-US" sz="2400" dirty="0"/>
              <a:t> server doesn’t retain information about a specific client.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HTTP connections can be made secure by using Secure Sockets Layer (SSL) </a:t>
            </a:r>
            <a:r>
              <a:rPr lang="en-US" sz="2400" dirty="0">
                <a:sym typeface="Wingdings" panose="05000000000000000000" pitchFamily="2" charset="2"/>
              </a:rPr>
              <a:t> HTTPS</a:t>
            </a:r>
            <a:endParaRPr lang="en-IN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B812D3-F1C7-4065-5A10-471D611C6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188" y="3677265"/>
            <a:ext cx="81915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940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42AEC-90CB-B65D-46F9-F0297E8B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66E8F-D955-4FD6-782E-61DE2C720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HTTP Status Codes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F6B805F-8297-F3E7-3A85-7463AB79A5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941474"/>
              </p:ext>
            </p:extLst>
          </p:nvPr>
        </p:nvGraphicFramePr>
        <p:xfrm>
          <a:off x="0" y="1529080"/>
          <a:ext cx="12192000" cy="532892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836705">
                  <a:extLst>
                    <a:ext uri="{9D8B030D-6E8A-4147-A177-3AD203B41FA5}">
                      <a16:colId xmlns:a16="http://schemas.microsoft.com/office/drawing/2014/main" val="1892897718"/>
                    </a:ext>
                  </a:extLst>
                </a:gridCol>
                <a:gridCol w="985775">
                  <a:extLst>
                    <a:ext uri="{9D8B030D-6E8A-4147-A177-3AD203B41FA5}">
                      <a16:colId xmlns:a16="http://schemas.microsoft.com/office/drawing/2014/main" val="3167584563"/>
                    </a:ext>
                  </a:extLst>
                </a:gridCol>
                <a:gridCol w="1524931">
                  <a:extLst>
                    <a:ext uri="{9D8B030D-6E8A-4147-A177-3AD203B41FA5}">
                      <a16:colId xmlns:a16="http://schemas.microsoft.com/office/drawing/2014/main" val="1200913967"/>
                    </a:ext>
                  </a:extLst>
                </a:gridCol>
                <a:gridCol w="7844589">
                  <a:extLst>
                    <a:ext uri="{9D8B030D-6E8A-4147-A177-3AD203B41FA5}">
                      <a16:colId xmlns:a16="http://schemas.microsoft.com/office/drawing/2014/main" val="3578306491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1xx</a:t>
                      </a:r>
                    </a:p>
                    <a:p>
                      <a:pPr algn="ctr"/>
                      <a:r>
                        <a:rPr lang="en-US" dirty="0"/>
                        <a:t>Information Exchange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Continue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server has received the request headers and the client should proceed to send the request body.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32015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Switching Protocols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requester has asked the server to switch protocols and the server has agreed to do so.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77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2xx</a:t>
                      </a:r>
                    </a:p>
                    <a:p>
                      <a:pPr algn="ctr"/>
                      <a:r>
                        <a:rPr lang="en-US" dirty="0"/>
                        <a:t>Success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OK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 response for successful HTTP requests. 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6237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Created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request has been fulfilled, resulting in the creation of a new resource.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294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Accepted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request has been accepted for processing.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956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Content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server processed the request, but is not returning any content.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83323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3xx</a:t>
                      </a:r>
                    </a:p>
                    <a:p>
                      <a:pPr algn="ctr"/>
                      <a:r>
                        <a:rPr lang="en-US" dirty="0"/>
                        <a:t>Redirection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Modified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Indicates that the resource has not been modified. In such a case, there is no need to retransmit the resource since the client still has a previously-downloaded copy.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6483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 Proxy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requested resource is available only through a proxy.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01388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307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Temporary Redirect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this case, the request should be repeated with another URI; however, future requests should still use the original URI.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2844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308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Permanent Redirect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and all future requests should be directed to the given 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URI.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127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183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FD6FA-B611-1982-6C06-DDCC7410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0FA2C-7395-6BF8-280E-0377F629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HTTP Status Codes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D070811-D41D-07B3-B1AC-6E82E1A76C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056812"/>
              </p:ext>
            </p:extLst>
          </p:nvPr>
        </p:nvGraphicFramePr>
        <p:xfrm>
          <a:off x="0" y="1264920"/>
          <a:ext cx="12192000" cy="559308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836705">
                  <a:extLst>
                    <a:ext uri="{9D8B030D-6E8A-4147-A177-3AD203B41FA5}">
                      <a16:colId xmlns:a16="http://schemas.microsoft.com/office/drawing/2014/main" val="1892897718"/>
                    </a:ext>
                  </a:extLst>
                </a:gridCol>
                <a:gridCol w="985775">
                  <a:extLst>
                    <a:ext uri="{9D8B030D-6E8A-4147-A177-3AD203B41FA5}">
                      <a16:colId xmlns:a16="http://schemas.microsoft.com/office/drawing/2014/main" val="3167584563"/>
                    </a:ext>
                  </a:extLst>
                </a:gridCol>
                <a:gridCol w="1621183">
                  <a:extLst>
                    <a:ext uri="{9D8B030D-6E8A-4147-A177-3AD203B41FA5}">
                      <a16:colId xmlns:a16="http://schemas.microsoft.com/office/drawing/2014/main" val="1200913967"/>
                    </a:ext>
                  </a:extLst>
                </a:gridCol>
                <a:gridCol w="7748337">
                  <a:extLst>
                    <a:ext uri="{9D8B030D-6E8A-4147-A177-3AD203B41FA5}">
                      <a16:colId xmlns:a16="http://schemas.microsoft.com/office/drawing/2014/main" val="3578306491"/>
                    </a:ext>
                  </a:extLst>
                </a:gridCol>
              </a:tblGrid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4xx</a:t>
                      </a:r>
                    </a:p>
                    <a:p>
                      <a:pPr algn="ctr"/>
                      <a:r>
                        <a:rPr lang="en-US" dirty="0"/>
                        <a:t>Client Errors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 Request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server cannot or will not process the request due to an apparent client error.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32015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Unauthorised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Authentication is required but has failed or has not yet been provided.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7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Forbidden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request contained valid data and was understood by the server, but the server is refusing action. 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72122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Found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requested resource could not be found.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3558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408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Request Timeout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server timed out waiting for the request. 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5584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URI Too Long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URI provided was too long for the server to process.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23534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5xx</a:t>
                      </a:r>
                    </a:p>
                    <a:p>
                      <a:pPr algn="ctr"/>
                      <a:r>
                        <a:rPr lang="en-US" dirty="0"/>
                        <a:t>Server Errors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Internal Server Error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generic error message, given when an unexpected condition was encountered and no more specific message is suitable.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6237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 Gateway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server was acting as a gateway or proxy and received an invalid response from the upstream server.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294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Service Unavailable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server can’t handle the request. Generally, this is a temporary state.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3956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Gateway Timeout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server was acting as a gateway or proxy and did not receive a timely response from the upstream server.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833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431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FB66A-2120-4CF8-6060-22FB9587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C0649-0DA8-1FFC-7963-5858EB869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Document Type Definition</a:t>
            </a:r>
            <a:endParaRPr lang="en-IN" sz="4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0DB858-7524-80A8-F771-72576BEC4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5551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900" dirty="0"/>
              <a:t>Set of rules which validate a markup language.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dirty="0"/>
              <a:t>Main building blocks: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700" b="1" dirty="0"/>
              <a:t>Elements:</a:t>
            </a:r>
            <a:r>
              <a:rPr lang="en-IN" sz="1700" dirty="0"/>
              <a:t> represented by tags in HTML; use them to describe different parts of a data.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700" b="1" dirty="0"/>
              <a:t>Attributes:</a:t>
            </a:r>
            <a:r>
              <a:rPr lang="en-IN" sz="1700" dirty="0"/>
              <a:t> provide additional information about tags, located inside opening tag of an element; use them to include metadata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700" b="1" dirty="0"/>
              <a:t>Entities:</a:t>
            </a:r>
            <a:r>
              <a:rPr lang="en-IN" sz="1700" dirty="0"/>
              <a:t> set of characters having special meaning (eg: nbsp)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700" b="1" dirty="0"/>
              <a:t>PCDATA:</a:t>
            </a:r>
            <a:r>
              <a:rPr lang="en-IN" sz="1700" dirty="0"/>
              <a:t> parsed character data </a:t>
            </a:r>
            <a:r>
              <a:rPr lang="en-IN" sz="1700" dirty="0">
                <a:sym typeface="Wingdings" panose="05000000000000000000" pitchFamily="2" charset="2"/>
              </a:rPr>
              <a:t> text found between start and end tags, but without any entities.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700" b="1" dirty="0">
                <a:sym typeface="Wingdings" panose="05000000000000000000" pitchFamily="2" charset="2"/>
              </a:rPr>
              <a:t>CDATA:</a:t>
            </a:r>
            <a:r>
              <a:rPr lang="en-IN" sz="1700" dirty="0">
                <a:sym typeface="Wingdings" panose="05000000000000000000" pitchFamily="2" charset="2"/>
              </a:rPr>
              <a:t> character data  not parsed by parser, represents text inside tags</a:t>
            </a:r>
          </a:p>
          <a:p>
            <a:pPr marL="0" indent="0">
              <a:buNone/>
            </a:pPr>
            <a:endParaRPr lang="en-IN" sz="2000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1700" dirty="0"/>
              <a:t>&lt;!ELEMENT element-name (element-content)&gt;</a:t>
            </a:r>
          </a:p>
          <a:p>
            <a:pPr marL="0" indent="0" algn="ctr">
              <a:buNone/>
            </a:pPr>
            <a:r>
              <a:rPr lang="en-US" sz="1700" dirty="0"/>
              <a:t>&lt;!ATTLIST element-name attribute-name attribute-type default-value&gt;</a:t>
            </a:r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dirty="0"/>
              <a:t>&lt;!ELEMENT html (head, body)&gt;</a:t>
            </a:r>
          </a:p>
          <a:p>
            <a:pPr marL="0" indent="0" algn="ctr">
              <a:buNone/>
            </a:pPr>
            <a:r>
              <a:rPr lang="en-US" sz="1700" dirty="0"/>
              <a:t>&lt;!ELEMENT p (#PCDATA | p | ul | dl | table | h1|h2|h3)*&gt;</a:t>
            </a:r>
          </a:p>
          <a:p>
            <a:pPr marL="0" indent="0">
              <a:buNone/>
            </a:pPr>
            <a:endParaRPr lang="en-IN" sz="20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IN" sz="16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11571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A0A1-3AC0-3B96-101E-1252AF94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4AF8C-86C3-364E-9704-85C94FD4F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Document Type Definition</a:t>
            </a:r>
            <a:endParaRPr lang="en-IN" sz="4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AA5F7D-2FDD-5592-DD54-A1DB03245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490" y="2056127"/>
            <a:ext cx="3809742" cy="420624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&lt;students&gt;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      &lt;student&gt;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              &lt;id&gt;...&lt;/id&gt;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              &lt;name&gt;...&lt;/name&gt;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              &lt;department&gt;...&lt;/department&gt;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              &lt;grades&gt;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                      &lt;subject&gt;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                              &lt;name&gt;...&lt;/name&gt;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                              &lt;score&gt;...&lt;/score&gt;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                      &lt;/subject&gt;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              &lt;/grades&gt;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      &lt;/student&gt;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&lt;/students&gt;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01C87B-3383-0C9C-BDBE-A01407774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759410"/>
              </p:ext>
            </p:extLst>
          </p:nvPr>
        </p:nvGraphicFramePr>
        <p:xfrm>
          <a:off x="5422232" y="2056128"/>
          <a:ext cx="6592788" cy="4206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2788">
                  <a:extLst>
                    <a:ext uri="{9D8B030D-6E8A-4147-A177-3AD203B41FA5}">
                      <a16:colId xmlns:a16="http://schemas.microsoft.com/office/drawing/2014/main" val="661340827"/>
                    </a:ext>
                  </a:extLst>
                </a:gridCol>
              </a:tblGrid>
              <a:tr h="57042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&lt;!ELEMENT students (student+)&gt;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017843"/>
                  </a:ext>
                </a:extLst>
              </a:tr>
              <a:tr h="57042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&lt;!ELEMENT student (id, name, department, grades)&gt;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541224"/>
                  </a:ext>
                </a:extLst>
              </a:tr>
              <a:tr h="57042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&lt;!ELEMENT id (#PCDATA)&gt;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274125"/>
                  </a:ext>
                </a:extLst>
              </a:tr>
              <a:tr h="570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&lt;!ELEMENT name (#PCDATA)&gt;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280606"/>
                  </a:ext>
                </a:extLst>
              </a:tr>
              <a:tr h="570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&lt;!ELEMENT grades (subject+)&gt;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719003"/>
                  </a:ext>
                </a:extLst>
              </a:tr>
              <a:tr h="570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&lt;!ELEMENT subject (name, score)&gt;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151532"/>
                  </a:ext>
                </a:extLst>
              </a:tr>
              <a:tr h="7837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 an entry &lt;score format=“.4f”/&gt;,</a:t>
                      </a:r>
                      <a:r>
                        <a:rPr lang="en-IN" dirty="0"/>
                        <a:t> the corresponding DTD declaration can be &lt;!ATTLIST score format CDATA “.10f”&gt;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489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911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B0EE8-0FBF-D7EE-5412-D1664895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84060-40F4-596D-30BD-18BAC106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Standard Generalised Markup Language</a:t>
            </a:r>
            <a:endParaRPr lang="en-IN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0B370F-AFE2-B98D-E3A0-47B61259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Prescribes a standard format for embedding descriptive markup within a document. Also specifies a standard method for describing the structure of a document.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Three Parts: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Structure: DTD describes structure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Content: The actual information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Style: Two standards-based style sheets</a:t>
            </a:r>
            <a:endParaRPr lang="en-US" sz="19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900" dirty="0"/>
              <a:t>FOSI: Formatting Output Specification Instance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DSSSL: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Document Style Semantics and Specification Language</a:t>
            </a:r>
          </a:p>
          <a:p>
            <a:pPr marL="914400" lvl="2" indent="0">
              <a:buNone/>
            </a:pP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en-US" sz="2600" dirty="0"/>
              <a:t>&lt;!ELEMENT 		- -	students (student+)&gt;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en-US" sz="2600" dirty="0"/>
              <a:t>&lt;!ELEMENT 		- -	student (id, name, department, grades)&gt;</a:t>
            </a:r>
            <a:endParaRPr lang="en-IN" sz="2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en-US" sz="2600" dirty="0"/>
              <a:t>&lt;!ELEMENT 		- O	id (#PCDATA)&gt;</a:t>
            </a:r>
            <a:endParaRPr lang="en-IN" sz="2600" dirty="0"/>
          </a:p>
          <a:p>
            <a:pPr marL="0" indent="0">
              <a:lnSpc>
                <a:spcPct val="107000"/>
              </a:lnSpc>
              <a:buNone/>
            </a:pPr>
            <a:r>
              <a:rPr lang="en-US" sz="2600" dirty="0"/>
              <a:t>&lt;!ELEMENT 		- O	grades (subject+)&gt;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en-US" sz="2600" dirty="0"/>
              <a:t>&lt;!ELEMENT 		- O	subject (name, score)&gt;</a:t>
            </a:r>
            <a:endParaRPr lang="en-IN" sz="2600" dirty="0"/>
          </a:p>
          <a:p>
            <a:pPr marL="0" indent="0">
              <a:lnSpc>
                <a:spcPct val="107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3144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A6C57-8AC3-8108-8317-96AE7BE3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D6151-7187-9AA1-1840-35B07C6D4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Dynamic HTML</a:t>
            </a:r>
            <a:endParaRPr lang="en-IN" sz="4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4DB396-684F-2DF5-19A4-CD18B26C8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Combining HTML, CSS, and JS </a:t>
            </a:r>
            <a:r>
              <a:rPr lang="en-IN" dirty="0"/>
              <a:t>to create animated web sites.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2DAB3A-B263-3B41-AEA5-74B60E1BA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827812"/>
              </p:ext>
            </p:extLst>
          </p:nvPr>
        </p:nvGraphicFramePr>
        <p:xfrm>
          <a:off x="838200" y="2841523"/>
          <a:ext cx="10515600" cy="3470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245">
                  <a:extLst>
                    <a:ext uri="{9D8B030D-6E8A-4147-A177-3AD203B41FA5}">
                      <a16:colId xmlns:a16="http://schemas.microsoft.com/office/drawing/2014/main" val="770855627"/>
                    </a:ext>
                  </a:extLst>
                </a:gridCol>
                <a:gridCol w="9328355">
                  <a:extLst>
                    <a:ext uri="{9D8B030D-6E8A-4147-A177-3AD203B41FA5}">
                      <a16:colId xmlns:a16="http://schemas.microsoft.com/office/drawing/2014/main" val="4045816737"/>
                    </a:ext>
                  </a:extLst>
                </a:gridCol>
              </a:tblGrid>
              <a:tr h="115679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HTML</a:t>
                      </a:r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Predominant markup scripting language for WWW; based on SGML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7973"/>
                  </a:ext>
                </a:extLst>
              </a:tr>
              <a:tr h="1156792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/>
                        <a:t>CSS</a:t>
                      </a:r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200" dirty="0"/>
                        <a:t>Allows for sophisticated sizing, positioning, and other appearance related manipulations of web page contents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885539"/>
                  </a:ext>
                </a:extLst>
              </a:tr>
              <a:tr h="1156792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/>
                        <a:t>JS</a:t>
                      </a:r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200" dirty="0"/>
                        <a:t>Cross-platform, object-based scripting language for client (user interactions) and server (database)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04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5162F-DEAA-A1C9-57AC-F60208C6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B7787-0100-0CAC-AF85-31D403D0B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Extensible Markup Language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9E7699-5F0D-51F2-7A67-F0830283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747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Just information wrapped in tags.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XML does not have standard tags. Rather, it enables the user to create customised tags to suit the document being stored.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XML Schema – an alternative to DTD for XML.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91EF41-E128-AEC7-6BC4-042C369E1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665767"/>
              </p:ext>
            </p:extLst>
          </p:nvPr>
        </p:nvGraphicFramePr>
        <p:xfrm>
          <a:off x="1915651" y="1818404"/>
          <a:ext cx="8429523" cy="13082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1373">
                  <a:extLst>
                    <a:ext uri="{9D8B030D-6E8A-4147-A177-3AD203B41FA5}">
                      <a16:colId xmlns:a16="http://schemas.microsoft.com/office/drawing/2014/main" val="1917210751"/>
                    </a:ext>
                  </a:extLst>
                </a:gridCol>
                <a:gridCol w="6978150">
                  <a:extLst>
                    <a:ext uri="{9D8B030D-6E8A-4147-A177-3AD203B41FA5}">
                      <a16:colId xmlns:a16="http://schemas.microsoft.com/office/drawing/2014/main" val="3801163288"/>
                    </a:ext>
                  </a:extLst>
                </a:gridCol>
              </a:tblGrid>
              <a:tr h="479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HTML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focuses on how the content on a page is displayed to the user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8864827"/>
                  </a:ext>
                </a:extLst>
              </a:tr>
              <a:tr h="8283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XML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concerned with how to structure and store data, such that it can subsequently be searched for and transported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6190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927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F3012-D1C1-D19F-E239-60796D490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9C67-F653-6D37-857C-E30576DB3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Extensible HTML</a:t>
            </a:r>
            <a:endParaRPr lang="en-IN" sz="7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0DA055-C5BA-85BE-319E-62F8CF341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XHTML – a family of markup languages generally regarded as extensions of HTML.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Based on XML.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Why?: </a:t>
            </a:r>
            <a:r>
              <a:rPr lang="en-US" dirty="0"/>
              <a:t>Provided a way for developers to migrate to the XML world while maintaining compatibility with the older HTML platform.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But, XHTML working group </a:t>
            </a:r>
            <a:r>
              <a:rPr lang="en-US" b="1" dirty="0"/>
              <a:t>officially expired in 2007 </a:t>
            </a:r>
            <a:r>
              <a:rPr lang="en-US" dirty="0"/>
              <a:t>after it was decided that HTML 5 was more suitable as the next-gen HTML.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XHTML 5.0 – latest version, developed as part of HTML 5 specifications instead of a separate standard.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741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5A09A-6FB0-FA56-A7EB-B4B86D55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765F-C998-2B7A-DDEC-EA905750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Document Object Model</a:t>
            </a:r>
            <a:endParaRPr lang="en-IN" sz="4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EEF9DE-60A5-DEA9-1973-B7AC0EDA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3421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Underlying platform to enable </a:t>
            </a:r>
            <a:r>
              <a:rPr lang="en-US" b="1" dirty="0"/>
              <a:t>manipulation of web objects</a:t>
            </a:r>
            <a:r>
              <a:rPr lang="en-US" dirty="0"/>
              <a:t> in a language independent manner.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Used by languages like JS to change content of a page </a:t>
            </a:r>
            <a:r>
              <a:rPr lang="en-US" b="1" dirty="0"/>
              <a:t>dynamically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3 different DOM models – DOM by W3C, IE specific DOM, Netscape DOM.</a:t>
            </a:r>
          </a:p>
        </p:txBody>
      </p:sp>
      <p:pic>
        <p:nvPicPr>
          <p:cNvPr id="1026" name="Picture 2" descr="The DOM for the supplied HTML">
            <a:extLst>
              <a:ext uri="{FF2B5EF4-FFF2-40B4-BE49-F238E27FC236}">
                <a16:creationId xmlns:a16="http://schemas.microsoft.com/office/drawing/2014/main" id="{3AC0F286-1784-4985-0DF3-5F8D5D07A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547" y="1736057"/>
            <a:ext cx="389188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27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49E2D-0381-F3E3-C06E-FE4F602A2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2728-A620-04A0-E9BD-620B9249B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Document Object Model - HTML</a:t>
            </a:r>
            <a:endParaRPr lang="en-IN" sz="4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51BD5F2-7300-73A1-9B20-9B7D97A5B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241329"/>
              </p:ext>
            </p:extLst>
          </p:nvPr>
        </p:nvGraphicFramePr>
        <p:xfrm>
          <a:off x="864074" y="2048662"/>
          <a:ext cx="4668254" cy="39589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68254">
                  <a:extLst>
                    <a:ext uri="{9D8B030D-6E8A-4147-A177-3AD203B41FA5}">
                      <a16:colId xmlns:a16="http://schemas.microsoft.com/office/drawing/2014/main" val="3821671361"/>
                    </a:ext>
                  </a:extLst>
                </a:gridCol>
              </a:tblGrid>
              <a:tr h="575685">
                <a:tc>
                  <a:txBody>
                    <a:bodyPr/>
                    <a:lstStyle/>
                    <a:p>
                      <a:r>
                        <a:rPr lang="en-US" sz="2400" dirty="0"/>
                        <a:t>HTML Document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164495"/>
                  </a:ext>
                </a:extLst>
              </a:tr>
              <a:tr h="3356235">
                <a:tc>
                  <a:txBody>
                    <a:bodyPr/>
                    <a:lstStyle/>
                    <a:p>
                      <a:r>
                        <a:rPr lang="en-US" sz="2400" dirty="0"/>
                        <a:t>&lt;html&gt;</a:t>
                      </a:r>
                    </a:p>
                    <a:p>
                      <a:r>
                        <a:rPr lang="en-US" sz="2400" dirty="0"/>
                        <a:t>  &lt;head&gt;</a:t>
                      </a:r>
                    </a:p>
                    <a:p>
                      <a:r>
                        <a:rPr lang="en-US" sz="2400" dirty="0"/>
                        <a:t>    &lt;title&gt;My Website&lt;/title&gt;</a:t>
                      </a:r>
                    </a:p>
                    <a:p>
                      <a:r>
                        <a:rPr lang="en-US" sz="2400" dirty="0"/>
                        <a:t>  &lt;/head&gt;</a:t>
                      </a:r>
                    </a:p>
                    <a:p>
                      <a:r>
                        <a:rPr lang="en-US" sz="2400" dirty="0"/>
                        <a:t>  &lt;body&gt;</a:t>
                      </a:r>
                    </a:p>
                    <a:p>
                      <a:r>
                        <a:rPr lang="en-US" sz="2400" dirty="0"/>
                        <a:t>    &lt;h1&gt;Welcome to DOM&lt;/h1&gt;</a:t>
                      </a:r>
                    </a:p>
                    <a:p>
                      <a:r>
                        <a:rPr lang="en-US" sz="2400" dirty="0"/>
                        <a:t>    &lt;p&gt;This is my website.&lt;/p&gt;</a:t>
                      </a:r>
                    </a:p>
                    <a:p>
                      <a:r>
                        <a:rPr lang="en-US" sz="2400" dirty="0"/>
                        <a:t>  &lt;/body&gt;</a:t>
                      </a:r>
                    </a:p>
                    <a:p>
                      <a:r>
                        <a:rPr lang="en-US" sz="2400" dirty="0"/>
                        <a:t>&lt;/html&gt;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150573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E18C29AF-F9A3-7C8F-6AEC-C9C6804E5B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9538822"/>
              </p:ext>
            </p:extLst>
          </p:nvPr>
        </p:nvGraphicFramePr>
        <p:xfrm>
          <a:off x="6096000" y="2048662"/>
          <a:ext cx="4668254" cy="43085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68254">
                  <a:extLst>
                    <a:ext uri="{9D8B030D-6E8A-4147-A177-3AD203B41FA5}">
                      <a16:colId xmlns:a16="http://schemas.microsoft.com/office/drawing/2014/main" val="3821671361"/>
                    </a:ext>
                  </a:extLst>
                </a:gridCol>
              </a:tblGrid>
              <a:tr h="559547">
                <a:tc>
                  <a:txBody>
                    <a:bodyPr/>
                    <a:lstStyle/>
                    <a:p>
                      <a:r>
                        <a:rPr lang="en-US" sz="2400" dirty="0"/>
                        <a:t>Corresponding DOM Tree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0731073"/>
                  </a:ext>
                </a:extLst>
              </a:tr>
              <a:tr h="3528988">
                <a:tc>
                  <a:txBody>
                    <a:bodyPr/>
                    <a:lstStyle/>
                    <a:p>
                      <a:r>
                        <a:rPr lang="en-US" sz="2400" dirty="0"/>
                        <a:t>- Document (root)</a:t>
                      </a:r>
                    </a:p>
                    <a:p>
                      <a:r>
                        <a:rPr lang="en-US" sz="2400" dirty="0"/>
                        <a:t>  - html</a:t>
                      </a:r>
                    </a:p>
                    <a:p>
                      <a:r>
                        <a:rPr lang="en-US" sz="2400" dirty="0"/>
                        <a:t>    - head</a:t>
                      </a:r>
                    </a:p>
                    <a:p>
                      <a:r>
                        <a:rPr lang="en-US" sz="2400" dirty="0"/>
                        <a:t>      - title</a:t>
                      </a:r>
                    </a:p>
                    <a:p>
                      <a:r>
                        <a:rPr lang="en-US" sz="2400" dirty="0"/>
                        <a:t>        - "My Website"</a:t>
                      </a:r>
                    </a:p>
                    <a:p>
                      <a:r>
                        <a:rPr lang="en-US" sz="2400" dirty="0"/>
                        <a:t>    - body</a:t>
                      </a:r>
                    </a:p>
                    <a:p>
                      <a:r>
                        <a:rPr lang="en-US" sz="2400" dirty="0"/>
                        <a:t>      - h1</a:t>
                      </a:r>
                    </a:p>
                    <a:p>
                      <a:r>
                        <a:rPr lang="en-US" sz="2400" dirty="0"/>
                        <a:t>        - "Welcome"</a:t>
                      </a:r>
                    </a:p>
                    <a:p>
                      <a:r>
                        <a:rPr lang="en-US" sz="2400" dirty="0"/>
                        <a:t>      - p</a:t>
                      </a:r>
                    </a:p>
                    <a:p>
                      <a:r>
                        <a:rPr lang="en-US" sz="2400" dirty="0"/>
                        <a:t>        - "This is my website."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150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8849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5ED6-13B8-8F08-F93F-FE49FC75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E2725-468B-5313-14F0-C7B1DA35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Document Object Model – XML</a:t>
            </a:r>
            <a:endParaRPr lang="en-IN" sz="4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D814DC6-EAEF-CF29-D82B-B7926A8FB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676683"/>
              </p:ext>
            </p:extLst>
          </p:nvPr>
        </p:nvGraphicFramePr>
        <p:xfrm>
          <a:off x="405452" y="1690688"/>
          <a:ext cx="5857696" cy="40650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57696">
                  <a:extLst>
                    <a:ext uri="{9D8B030D-6E8A-4147-A177-3AD203B41FA5}">
                      <a16:colId xmlns:a16="http://schemas.microsoft.com/office/drawing/2014/main" val="3821671361"/>
                    </a:ext>
                  </a:extLst>
                </a:gridCol>
              </a:tblGrid>
              <a:tr h="506295">
                <a:tc>
                  <a:txBody>
                    <a:bodyPr/>
                    <a:lstStyle/>
                    <a:p>
                      <a:r>
                        <a:rPr lang="en-US" sz="2400" dirty="0"/>
                        <a:t>XML Document Snippet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164495"/>
                  </a:ext>
                </a:extLst>
              </a:tr>
              <a:tr h="3558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&lt;student&gt;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        &lt;id&gt;2022506001&lt;/id&gt;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        &lt;name&gt;</a:t>
                      </a:r>
                      <a:r>
                        <a:rPr lang="en-US" sz="2000" dirty="0"/>
                        <a:t>K Mohamed Jamal Basha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&lt;/name&gt;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        &lt;department&gt;IT&lt;/department&gt;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        &lt;grades&gt;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                &lt;subject&gt;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                    &lt;name&gt;MMT&lt;/name&gt;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                    &lt;score&gt;100&lt;/score&gt;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                &lt;/subject&gt;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        &lt;/grades&gt;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&lt;/student&gt;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150573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75BEBC96-99DE-0B80-55AA-F8034C9AF6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1811997"/>
              </p:ext>
            </p:extLst>
          </p:nvPr>
        </p:nvGraphicFramePr>
        <p:xfrm>
          <a:off x="6584119" y="1690688"/>
          <a:ext cx="5202429" cy="48699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02429">
                  <a:extLst>
                    <a:ext uri="{9D8B030D-6E8A-4147-A177-3AD203B41FA5}">
                      <a16:colId xmlns:a16="http://schemas.microsoft.com/office/drawing/2014/main" val="3821671361"/>
                    </a:ext>
                  </a:extLst>
                </a:gridCol>
              </a:tblGrid>
              <a:tr h="511269">
                <a:tc>
                  <a:txBody>
                    <a:bodyPr/>
                    <a:lstStyle/>
                    <a:p>
                      <a:r>
                        <a:rPr lang="en-US" sz="2400" dirty="0"/>
                        <a:t>Corresponding DOM Tree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0731073"/>
                  </a:ext>
                </a:extLst>
              </a:tr>
              <a:tr h="4150113">
                <a:tc>
                  <a:txBody>
                    <a:bodyPr/>
                    <a:lstStyle/>
                    <a:p>
                      <a:r>
                        <a:rPr lang="en-US" sz="2000" dirty="0"/>
                        <a:t>- …</a:t>
                      </a:r>
                    </a:p>
                    <a:p>
                      <a:r>
                        <a:rPr lang="en-US" sz="2000" dirty="0"/>
                        <a:t>  - student</a:t>
                      </a:r>
                    </a:p>
                    <a:p>
                      <a:r>
                        <a:rPr lang="en-US" sz="2000" dirty="0"/>
                        <a:t>        - id</a:t>
                      </a:r>
                    </a:p>
                    <a:p>
                      <a:r>
                        <a:rPr lang="en-US" sz="2000" dirty="0"/>
                        <a:t>            - "2022506001"</a:t>
                      </a:r>
                    </a:p>
                    <a:p>
                      <a:r>
                        <a:rPr lang="en-US" sz="2000" dirty="0"/>
                        <a:t>         - name</a:t>
                      </a:r>
                    </a:p>
                    <a:p>
                      <a:r>
                        <a:rPr lang="en-US" sz="2000" dirty="0"/>
                        <a:t>            - "K Mohamed Jamal Basha“</a:t>
                      </a:r>
                    </a:p>
                    <a:p>
                      <a:r>
                        <a:rPr lang="en-US" sz="2000" dirty="0"/>
                        <a:t>         - department</a:t>
                      </a:r>
                    </a:p>
                    <a:p>
                      <a:r>
                        <a:rPr lang="en-US" sz="2000" dirty="0"/>
                        <a:t>            - "IT"</a:t>
                      </a:r>
                    </a:p>
                    <a:p>
                      <a:r>
                        <a:rPr lang="en-US" sz="2000" dirty="0"/>
                        <a:t>        - grades</a:t>
                      </a:r>
                    </a:p>
                    <a:p>
                      <a:r>
                        <a:rPr lang="en-US" sz="2000" dirty="0"/>
                        <a:t>            - subject</a:t>
                      </a:r>
                    </a:p>
                    <a:p>
                      <a:r>
                        <a:rPr lang="en-US" sz="2000" dirty="0"/>
                        <a:t>                - name</a:t>
                      </a:r>
                    </a:p>
                    <a:p>
                      <a:r>
                        <a:rPr lang="en-US" sz="2000" dirty="0"/>
                        <a:t>                    - "MMT"</a:t>
                      </a:r>
                    </a:p>
                    <a:p>
                      <a:r>
                        <a:rPr lang="en-US" sz="2000" dirty="0"/>
                        <a:t>                - score</a:t>
                      </a:r>
                    </a:p>
                    <a:p>
                      <a:r>
                        <a:rPr lang="en-US" sz="2000" dirty="0"/>
                        <a:t>                    - 100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150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059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4F11-3D05-7A4A-0BC2-810FFC971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0F175-7D97-660F-7353-C50672E63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Scalable Vector Graphics</a:t>
            </a:r>
            <a:endParaRPr lang="en-IN" sz="5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18057A-064C-3F28-F1AA-D6D5FED12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7189" cy="435133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Set of XML-based specifications for describing 2D vector graphics.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Being vector formats, they don’t suffer from </a:t>
            </a:r>
            <a:r>
              <a:rPr lang="en-US" sz="2400" b="1" dirty="0"/>
              <a:t>pixelation</a:t>
            </a:r>
            <a:r>
              <a:rPr lang="en-US" sz="2400" dirty="0"/>
              <a:t> due to zooming.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Being XML, they can be </a:t>
            </a:r>
            <a:r>
              <a:rPr lang="en-US" sz="2400" b="1" dirty="0"/>
              <a:t>edited</a:t>
            </a:r>
            <a:r>
              <a:rPr lang="en-US" sz="2400" dirty="0"/>
              <a:t> using a text editor, can be indexed.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Perfect for </a:t>
            </a:r>
            <a:r>
              <a:rPr lang="en-US" sz="2400" b="1" dirty="0"/>
              <a:t>simple graphics </a:t>
            </a:r>
            <a:r>
              <a:rPr lang="en-US" sz="2400" dirty="0"/>
              <a:t>and illustrations.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Not the best choice for more complex images, which contain a large number of small elements - SVG files can grow significantly in size in such cases.</a:t>
            </a:r>
            <a:endParaRPr lang="en-IN" sz="2400" dirty="0"/>
          </a:p>
        </p:txBody>
      </p:sp>
      <p:pic>
        <p:nvPicPr>
          <p:cNvPr id="2050" name="Picture 2" descr="SVG : file format for vectorial file">
            <a:extLst>
              <a:ext uri="{FF2B5EF4-FFF2-40B4-BE49-F238E27FC236}">
                <a16:creationId xmlns:a16="http://schemas.microsoft.com/office/drawing/2014/main" id="{D57D35BA-7BBF-EF76-48F3-6FDD73AF9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261" y="1881073"/>
            <a:ext cx="2965947" cy="233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VG file - The best image file format alternative to PNG, JPEG for you –  RoarTheme - Premium Shopify Themes, Apps and Services">
            <a:extLst>
              <a:ext uri="{FF2B5EF4-FFF2-40B4-BE49-F238E27FC236}">
                <a16:creationId xmlns:a16="http://schemas.microsoft.com/office/drawing/2014/main" id="{407F1A3B-4E16-EC92-C30A-1D9073A79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492" y="4407470"/>
            <a:ext cx="4463716" cy="233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46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33705-1DC1-B95D-70CF-99CFD7305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3AC3-C1E6-82F7-35E7-675564CA0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Scalable Vector Graphics</a:t>
            </a:r>
            <a:endParaRPr lang="en-IN" sz="54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AC0D61-34A5-985B-BF95-6E7E9B9C63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015955"/>
              </p:ext>
            </p:extLst>
          </p:nvPr>
        </p:nvGraphicFramePr>
        <p:xfrm>
          <a:off x="942797" y="1809583"/>
          <a:ext cx="10375232" cy="44747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375232">
                  <a:extLst>
                    <a:ext uri="{9D8B030D-6E8A-4147-A177-3AD203B41FA5}">
                      <a16:colId xmlns:a16="http://schemas.microsoft.com/office/drawing/2014/main" val="2549635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&lt;?xml version="1.0" encoding="UTF-8" standalone="no"?&gt;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&lt;!DOCTYPE svg PUBLIC "-//W3C//DTD SVG 1.1//EN" "http://www.w3.org/Graphics/SVG/1.1/DTD/svg11.dtd"&gt;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&lt;svg width="391" height="391" viewBox="-70.5 -70.5 391 391" xmlns="http://www.w3.org/2000/svg" xmlns:xlink="http://www.w3.org/1999/xlink"&gt;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&lt;rect fill="#fff" stroke="#000" x="-70" y="-70" width="390" height="390"/&gt;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&lt;g opacity="0.8"&gt;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&lt;rect x="25" y="25" width="200" height="200" fill="lime" stroke-width="4" stroke="pink" /&gt;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&lt;circle cx="125" cy="125" r="75" fill="orange" /&gt;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&lt;polyline points="50,150 50,200 200,200 200,100" stroke="red" stroke-width="4" fill="none" /&gt;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&lt;line x1="50" y1="50" x2="200" y2="200" stroke="blue" stroke-width="4" /&gt;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&lt;/g&gt;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&lt;/svg&gt;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997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360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C550-FD9D-DC33-780A-F3FAFFAA6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00EC-F1EC-8DA8-1ED5-E30CDF85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Scalable Vector Graphics</a:t>
            </a:r>
            <a:endParaRPr lang="en-IN" sz="5400" dirty="0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3C60E342-D778-3D33-AAEF-FB8C3897D2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660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89F5-8B7C-C4E4-9635-873BC1C7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9403F-C9C3-9032-3551-9D38363D8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Asynchronous JavaScript and XML</a:t>
            </a:r>
            <a:endParaRPr lang="en-IN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1D1844-DA92-BCE2-CC77-0E95CDCD8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054642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AJAX – Set of techniques used on client side to </a:t>
            </a:r>
            <a:r>
              <a:rPr lang="en-US" b="1" dirty="0"/>
              <a:t>retrieve data</a:t>
            </a:r>
            <a:r>
              <a:rPr lang="en-US" dirty="0"/>
              <a:t> from the server </a:t>
            </a:r>
            <a:r>
              <a:rPr lang="en-US" b="1" dirty="0"/>
              <a:t>asynchronously</a:t>
            </a:r>
            <a:r>
              <a:rPr lang="en-US" dirty="0"/>
              <a:t> in the background.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This means the rest of the page content is undisturbed and can still be interacted with. </a:t>
            </a:r>
            <a:endParaRPr lang="en-IN" dirty="0"/>
          </a:p>
        </p:txBody>
      </p:sp>
      <p:pic>
        <p:nvPicPr>
          <p:cNvPr id="3074" name="Picture 2" descr="Web Programming Step by Step, Lecture 19: Ajax">
            <a:extLst>
              <a:ext uri="{FF2B5EF4-FFF2-40B4-BE49-F238E27FC236}">
                <a16:creationId xmlns:a16="http://schemas.microsoft.com/office/drawing/2014/main" id="{4EC5C699-1226-20F8-A7B6-A824C0A4A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041" y="2053934"/>
            <a:ext cx="6456105" cy="359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687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66C3E-DD7E-6AD4-6B91-5AEC5760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CC1C1-66E5-CF19-1EC7-75E27B13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Asynchronous JavaScript and XML</a:t>
            </a:r>
            <a:endParaRPr lang="en-IN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9793F1-B7DB-4459-3018-49FD773A8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071" y="3338897"/>
            <a:ext cx="7119477" cy="28765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D90B52-DD20-9A32-ED4E-6D14E14C6D49}"/>
              </a:ext>
            </a:extLst>
          </p:cNvPr>
          <p:cNvSpPr txBox="1"/>
          <p:nvPr/>
        </p:nvSpPr>
        <p:spPr>
          <a:xfrm>
            <a:off x="2399071" y="1829709"/>
            <a:ext cx="7207967" cy="139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</a:pPr>
            <a:r>
              <a:rPr lang="en-IN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here are 3 synchronous scripts being loaded one after another. However, there is also an asynchronous script which can be loaded at the same time as the synchronous script, which makes for a much </a:t>
            </a:r>
            <a:r>
              <a:rPr lang="en-IN" sz="2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more efficient loading process</a:t>
            </a:r>
            <a:r>
              <a:rPr lang="en-IN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22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245DA-1E90-9713-AB20-2107DD57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4F0E-3967-ECAA-52A9-E271DA5AD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Multipurpose Internet Mail Extension</a:t>
            </a:r>
            <a:endParaRPr lang="en-IN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0C7FBD-BFC8-34FC-40EC-389E70250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MIME – </a:t>
            </a:r>
            <a:r>
              <a:rPr lang="en-US" sz="2400" b="1" dirty="0"/>
              <a:t>identifier</a:t>
            </a:r>
            <a:r>
              <a:rPr lang="en-US" sz="2400" dirty="0"/>
              <a:t> for file formats on the Internet.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Originally, for use with email sent through SMTP, but later expanded to other protocols like HTTP and RTP.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In HTTP, servers insert a </a:t>
            </a:r>
            <a:r>
              <a:rPr lang="en-US" sz="2400" b="1" dirty="0"/>
              <a:t>MIME header field</a:t>
            </a:r>
            <a:r>
              <a:rPr lang="en-US" sz="2400" dirty="0"/>
              <a:t> at the beginning of any Web transmission. Clients use the content type or media type header to select an appropriate viewer application for the type of data indicated.</a:t>
            </a:r>
          </a:p>
        </p:txBody>
      </p:sp>
    </p:spTree>
    <p:extLst>
      <p:ext uri="{BB962C8B-B14F-4D97-AF65-F5344CB8AC3E}">
        <p14:creationId xmlns:p14="http://schemas.microsoft.com/office/powerpoint/2010/main" val="3617548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60C89-0C20-EF61-3E0E-39FE62F7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9BF6-8697-8154-E4F2-FB6EB9F57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Multipurpose Internet Mail Extension</a:t>
            </a:r>
            <a:endParaRPr lang="en-IN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96B020-58AB-6D53-4D01-206F3052B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MIME Header contains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Version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Media Type: composed of two parts, a </a:t>
            </a:r>
            <a:r>
              <a:rPr lang="en-US" sz="2000" b="1" dirty="0"/>
              <a:t>type</a:t>
            </a:r>
            <a:r>
              <a:rPr lang="en-US" sz="2000" dirty="0"/>
              <a:t> and a </a:t>
            </a:r>
            <a:r>
              <a:rPr lang="en-US" sz="2000" b="1" dirty="0"/>
              <a:t>sub-type</a:t>
            </a:r>
            <a:r>
              <a:rPr lang="en-US" sz="20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Media Disposition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Inline: automatically displayed when the message is displayed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Attachment: requires some user action, like download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Encoding: mentions the encoding schemes used for the media.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DA987F-0678-317B-E652-33407C766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330358"/>
              </p:ext>
            </p:extLst>
          </p:nvPr>
        </p:nvGraphicFramePr>
        <p:xfrm>
          <a:off x="1160206" y="4729317"/>
          <a:ext cx="10009240" cy="2128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684">
                  <a:extLst>
                    <a:ext uri="{9D8B030D-6E8A-4147-A177-3AD203B41FA5}">
                      <a16:colId xmlns:a16="http://schemas.microsoft.com/office/drawing/2014/main" val="3751695900"/>
                    </a:ext>
                  </a:extLst>
                </a:gridCol>
                <a:gridCol w="1694137">
                  <a:extLst>
                    <a:ext uri="{9D8B030D-6E8A-4147-A177-3AD203B41FA5}">
                      <a16:colId xmlns:a16="http://schemas.microsoft.com/office/drawing/2014/main" val="4005089226"/>
                    </a:ext>
                  </a:extLst>
                </a:gridCol>
                <a:gridCol w="1745999">
                  <a:extLst>
                    <a:ext uri="{9D8B030D-6E8A-4147-A177-3AD203B41FA5}">
                      <a16:colId xmlns:a16="http://schemas.microsoft.com/office/drawing/2014/main" val="3483814726"/>
                    </a:ext>
                  </a:extLst>
                </a:gridCol>
                <a:gridCol w="2973384">
                  <a:extLst>
                    <a:ext uri="{9D8B030D-6E8A-4147-A177-3AD203B41FA5}">
                      <a16:colId xmlns:a16="http://schemas.microsoft.com/office/drawing/2014/main" val="655082357"/>
                    </a:ext>
                  </a:extLst>
                </a:gridCol>
                <a:gridCol w="2230036">
                  <a:extLst>
                    <a:ext uri="{9D8B030D-6E8A-4147-A177-3AD203B41FA5}">
                      <a16:colId xmlns:a16="http://schemas.microsoft.com/office/drawing/2014/main" val="2499312353"/>
                    </a:ext>
                  </a:extLst>
                </a:gridCol>
              </a:tblGrid>
              <a:tr h="4257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Image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Audio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Application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Video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405728"/>
                  </a:ext>
                </a:extLst>
              </a:tr>
              <a:tr h="4257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text/plain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image/gif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audio/mpeg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application/javascript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video/mpeg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874434"/>
                  </a:ext>
                </a:extLst>
              </a:tr>
              <a:tr h="4257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text/html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image/jpeg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audio/mp4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application/pdf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video/mp4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108727"/>
                  </a:ext>
                </a:extLst>
              </a:tr>
              <a:tr h="4257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text/css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image/png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audio/ogg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application/zip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video/ogg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094573"/>
                  </a:ext>
                </a:extLst>
              </a:tr>
              <a:tr h="4257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text/xml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image/tiff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audio/wave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application/powerpoint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video/quicktime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46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818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6AB-053C-2C1C-A794-1562446C9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0C38-EDA5-C7EC-A074-05DE2B08B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Synchronised Multimedia Integration Language</a:t>
            </a:r>
            <a:endParaRPr lang="en-IN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7E4756-DC3A-CA6A-A625-2FDE6E48E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XML-based W3C recommendation for </a:t>
            </a:r>
            <a:r>
              <a:rPr lang="en-US" sz="2400" b="1" dirty="0"/>
              <a:t>describing multimedia presentations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Defines markup elements for timing, layout, animations, and transitions.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Core of SMIL:</a:t>
            </a:r>
            <a:r>
              <a:rPr lang="en-US" sz="2400" dirty="0"/>
              <a:t> Synchronizing zones with multimedia content.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Divides the different media components into separate files and streams and then displays them together as if they were a single multimedia stream.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Eg: Delivering captions/audio in a synchronized manner with video.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13745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58044-165E-535C-C34A-59D79A808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02D0-9EEA-9F51-EBB3-7094F2D6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Synchronised Multimedia Integration Language</a:t>
            </a:r>
            <a:endParaRPr lang="en-IN" sz="2800" dirty="0"/>
          </a:p>
        </p:txBody>
      </p:sp>
      <p:pic>
        <p:nvPicPr>
          <p:cNvPr id="7" name="Content Placeholder 6" descr="An example of SMIL file, which is the output of the slide change detection">
            <a:extLst>
              <a:ext uri="{FF2B5EF4-FFF2-40B4-BE49-F238E27FC236}">
                <a16:creationId xmlns:a16="http://schemas.microsoft.com/office/drawing/2014/main" id="{1B1E7CCF-F400-9B28-0B6D-DB4C8E81A4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429000"/>
            <a:ext cx="10689984" cy="333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0F71871-42E3-F1F1-5A1D-52AF2E3AF5F3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6899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 snippet of an SMIL file defining a slide change sequence.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Defines slide ID, the image file name for the slide, start time, end time, and type of slide.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0" indent="0">
              <a:buFont typeface="Avenir Next LT Pro" panose="020B0504020202020204" pitchFamily="34" charset="0"/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4033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FFA07-43F8-B840-477E-B21CF56F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9FF6-162A-33E2-74AF-03F0F2D8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Multimedia Messaging Service</a:t>
            </a:r>
            <a:endParaRPr lang="en-IN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A691D3-3A80-DC82-8885-33BC86BA2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Technique for sending messages containing multimedia content to and from mobile devices.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MMS messages can contain text (formatted with different fonts, colours, and styles), images, audio, video, and animations.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MMS is a natural evolution of SMS, but MMS is still limited.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Rich Communication Services (RCS): </a:t>
            </a:r>
            <a:r>
              <a:rPr lang="en-US" dirty="0"/>
              <a:t>a newer standard which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end-to-end encryption,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enables sharing of high-resolution photos and videos,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Provides typing indicators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receive read receipts.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9128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4F24B-2F85-E8A7-1B67-E5971EE6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B6547-6BEB-8846-6D59-B6BF03920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SMS vs MMS vs RCS</a:t>
            </a:r>
            <a:endParaRPr lang="en-IN" sz="4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A41ACF2-8B6B-4AB6-5F6D-8729D5A579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2231034"/>
              </p:ext>
            </p:extLst>
          </p:nvPr>
        </p:nvGraphicFramePr>
        <p:xfrm>
          <a:off x="838200" y="1565927"/>
          <a:ext cx="10515600" cy="519176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327787">
                  <a:extLst>
                    <a:ext uri="{9D8B030D-6E8A-4147-A177-3AD203B41FA5}">
                      <a16:colId xmlns:a16="http://schemas.microsoft.com/office/drawing/2014/main" val="829422033"/>
                    </a:ext>
                  </a:extLst>
                </a:gridCol>
                <a:gridCol w="2654710">
                  <a:extLst>
                    <a:ext uri="{9D8B030D-6E8A-4147-A177-3AD203B41FA5}">
                      <a16:colId xmlns:a16="http://schemas.microsoft.com/office/drawing/2014/main" val="3142571478"/>
                    </a:ext>
                  </a:extLst>
                </a:gridCol>
                <a:gridCol w="2753032">
                  <a:extLst>
                    <a:ext uri="{9D8B030D-6E8A-4147-A177-3AD203B41FA5}">
                      <a16:colId xmlns:a16="http://schemas.microsoft.com/office/drawing/2014/main" val="1718788656"/>
                    </a:ext>
                  </a:extLst>
                </a:gridCol>
                <a:gridCol w="2780071">
                  <a:extLst>
                    <a:ext uri="{9D8B030D-6E8A-4147-A177-3AD203B41FA5}">
                      <a16:colId xmlns:a16="http://schemas.microsoft.com/office/drawing/2014/main" val="2835757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MMS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RCS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98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Character Limit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 characters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 characters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209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File Size Limit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file support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 MB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MB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401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Format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 and Multimedia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 and Multimedia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491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Sent Via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Cellular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Cellular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Wi-Fi or Cellular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680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Security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encryption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E2EE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End-to-End Encrypted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911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Read Receipts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64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Typing Indicators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08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Group Chat Limit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support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 people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people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931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Internet Required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157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Reactions/Emojis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Limited (text-based)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Voice Messages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665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Video Calls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191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Backup Support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Cloud Backup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4644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853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8AC8B-B790-993B-1535-08D8F14DB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1165-D5B0-6360-95F2-CF1053018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60826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Wireless Application Protocol</a:t>
            </a:r>
            <a:endParaRPr lang="en-IN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70377-3257-4329-88EF-DFB6639CF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Open standard protocol suite to display Internet content on mobile devices. Has become obsolete, due to advancements in modern mobile browsers.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WAP Protocol stack">
            <a:extLst>
              <a:ext uri="{FF2B5EF4-FFF2-40B4-BE49-F238E27FC236}">
                <a16:creationId xmlns:a16="http://schemas.microsoft.com/office/drawing/2014/main" id="{33198186-4DC0-7A7C-FF60-301D3CD5E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595" y="3429000"/>
            <a:ext cx="5731510" cy="32086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32962D-CABF-D93B-5340-F4064BDD7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228692"/>
              </p:ext>
            </p:extLst>
          </p:nvPr>
        </p:nvGraphicFramePr>
        <p:xfrm>
          <a:off x="1081897" y="3429000"/>
          <a:ext cx="4296698" cy="320040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4296698">
                  <a:extLst>
                    <a:ext uri="{9D8B030D-6E8A-4147-A177-3AD203B41FA5}">
                      <a16:colId xmlns:a16="http://schemas.microsoft.com/office/drawing/2014/main" val="3562502217"/>
                    </a:ext>
                  </a:extLst>
                </a:gridCol>
              </a:tblGrid>
              <a:tr h="656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200" b="0" dirty="0">
                          <a:effectLst/>
                          <a:latin typeface="+mn-lt"/>
                        </a:rPr>
                        <a:t>Enables delivery of web-based content.</a:t>
                      </a:r>
                      <a:endParaRPr lang="en-IN" sz="12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03029925"/>
                  </a:ext>
                </a:extLst>
              </a:tr>
              <a:tr h="656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200" b="0" dirty="0">
                          <a:effectLst/>
                          <a:latin typeface="+mn-lt"/>
                        </a:rPr>
                        <a:t>Responsible for maintaining a session between the wireless device and the server</a:t>
                      </a:r>
                      <a:r>
                        <a:rPr lang="en-IN" sz="12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.</a:t>
                      </a:r>
                      <a:endParaRPr lang="en-IN" sz="12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24633316"/>
                  </a:ext>
                </a:extLst>
              </a:tr>
              <a:tr h="6564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</a:pPr>
                      <a:r>
                        <a:rPr lang="en-IN" sz="1200" b="0" dirty="0">
                          <a:effectLst/>
                          <a:latin typeface="+mn-lt"/>
                        </a:rPr>
                        <a:t>Provides a reliable transport mechanism for transmitting data between the wireless device and the server.</a:t>
                      </a:r>
                      <a:endParaRPr lang="en-IN" sz="12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85924"/>
                  </a:ext>
                </a:extLst>
              </a:tr>
              <a:tr h="5744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effectLst/>
                          <a:latin typeface="+mn-lt"/>
                        </a:rPr>
                        <a:t>Provides public-key encryption based security, similar to SSL.</a:t>
                      </a:r>
                      <a:endParaRPr lang="en-IN" sz="12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8555850"/>
                  </a:ext>
                </a:extLst>
              </a:tr>
              <a:tr h="656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effectLst/>
                          <a:latin typeface="+mn-lt"/>
                        </a:rPr>
                        <a:t>Helps in transport of data in an unreliable way, similar to UDP.</a:t>
                      </a:r>
                      <a:endParaRPr lang="en-IN" sz="120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9991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825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4C373-00E9-03C2-63F6-159CAACE000F}"/>
              </a:ext>
            </a:extLst>
          </p:cNvPr>
          <p:cNvSpPr txBox="1">
            <a:spLocks/>
          </p:cNvSpPr>
          <p:nvPr/>
        </p:nvSpPr>
        <p:spPr>
          <a:xfrm>
            <a:off x="0" y="365125"/>
            <a:ext cx="12260826" cy="58912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0D800E-0A93-1242-9D28-5E2F0638C00D}"/>
              </a:ext>
            </a:extLst>
          </p:cNvPr>
          <p:cNvSpPr txBox="1">
            <a:spLocks/>
          </p:cNvSpPr>
          <p:nvPr/>
        </p:nvSpPr>
        <p:spPr>
          <a:xfrm>
            <a:off x="644013" y="1203158"/>
            <a:ext cx="10972800" cy="545431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9900" dirty="0"/>
              <a:t>Thank You</a:t>
            </a:r>
            <a:endParaRPr lang="en-IN" sz="19900" dirty="0"/>
          </a:p>
        </p:txBody>
      </p:sp>
      <p:sp>
        <p:nvSpPr>
          <p:cNvPr id="4" name="TextBox 3">
            <a:hlinkClick r:id="rId2" action="ppaction://hlinksldjump"/>
            <a:extLst>
              <a:ext uri="{FF2B5EF4-FFF2-40B4-BE49-F238E27FC236}">
                <a16:creationId xmlns:a16="http://schemas.microsoft.com/office/drawing/2014/main" id="{206C8A45-116C-AD7E-2AAE-4743682E1803}"/>
              </a:ext>
            </a:extLst>
          </p:cNvPr>
          <p:cNvSpPr txBox="1"/>
          <p:nvPr/>
        </p:nvSpPr>
        <p:spPr>
          <a:xfrm>
            <a:off x="10303689" y="6440360"/>
            <a:ext cx="1957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 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286029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A909FF2A0C6B4BB63F3D8F8BD5A5F3" ma:contentTypeVersion="15" ma:contentTypeDescription="Create a new document." ma:contentTypeScope="" ma:versionID="36bca6e7eac2a137d4b7090895af64d2">
  <xsd:schema xmlns:xsd="http://www.w3.org/2001/XMLSchema" xmlns:xs="http://www.w3.org/2001/XMLSchema" xmlns:p="http://schemas.microsoft.com/office/2006/metadata/properties" xmlns:ns3="9a20c320-ecff-490d-a41e-5928cf94fe95" xmlns:ns4="ec7bd5e3-f836-4b17-ad4d-d4241c412e4d" targetNamespace="http://schemas.microsoft.com/office/2006/metadata/properties" ma:root="true" ma:fieldsID="d849ae96f54e032f56fff885696bfd00" ns3:_="" ns4:_="">
    <xsd:import namespace="9a20c320-ecff-490d-a41e-5928cf94fe95"/>
    <xsd:import namespace="ec7bd5e3-f836-4b17-ad4d-d4241c412e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0c320-ecff-490d-a41e-5928cf94fe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bd5e3-f836-4b17-ad4d-d4241c412e4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20c320-ecff-490d-a41e-5928cf94fe95" xsi:nil="true"/>
  </documentManagement>
</p:properties>
</file>

<file path=customXml/itemProps1.xml><?xml version="1.0" encoding="utf-8"?>
<ds:datastoreItem xmlns:ds="http://schemas.openxmlformats.org/officeDocument/2006/customXml" ds:itemID="{7079B10B-EF39-4AA4-AE4D-9C551B9071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17241C-9EAE-42A1-B98D-523737EEEB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20c320-ecff-490d-a41e-5928cf94fe95"/>
    <ds:schemaRef ds:uri="ec7bd5e3-f836-4b17-ad4d-d4241c412e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1B9A7D-FE02-4D31-A29C-A567B31676A0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ec7bd5e3-f836-4b17-ad4d-d4241c412e4d"/>
    <ds:schemaRef ds:uri="9a20c320-ecff-490d-a41e-5928cf94fe95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Explore</Template>
  <TotalTime>2307</TotalTime>
  <Words>2491</Words>
  <Application>Microsoft Office PowerPoint</Application>
  <PresentationFormat>Widescreen</PresentationFormat>
  <Paragraphs>380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Avenir Next LT Pro</vt:lpstr>
      <vt:lpstr>AvenirNext LT Pro Medium</vt:lpstr>
      <vt:lpstr>Calibri</vt:lpstr>
      <vt:lpstr>Posterama</vt:lpstr>
      <vt:lpstr>Times New Roman</vt:lpstr>
      <vt:lpstr>Wingdings</vt:lpstr>
      <vt:lpstr>ExploreVTI</vt:lpstr>
      <vt:lpstr>Hypermedia Concepts</vt:lpstr>
      <vt:lpstr>Hypertext</vt:lpstr>
      <vt:lpstr>Hypermedia – The Logical Evolution</vt:lpstr>
      <vt:lpstr>Markup</vt:lpstr>
      <vt:lpstr>Hypertext Transfer Protocol</vt:lpstr>
      <vt:lpstr>HTTP Status Codes</vt:lpstr>
      <vt:lpstr>HTTP Status Codes</vt:lpstr>
      <vt:lpstr>Document Type Definition</vt:lpstr>
      <vt:lpstr>Document Type Definition</vt:lpstr>
      <vt:lpstr>Standard Generalised Markup Language</vt:lpstr>
      <vt:lpstr>Dynamic HTML</vt:lpstr>
      <vt:lpstr>Extensible Markup Language</vt:lpstr>
      <vt:lpstr>Extensible HTML</vt:lpstr>
      <vt:lpstr>Document Object Model</vt:lpstr>
      <vt:lpstr>Document Object Model - HTML</vt:lpstr>
      <vt:lpstr>Document Object Model – XML</vt:lpstr>
      <vt:lpstr>Scalable Vector Graphics</vt:lpstr>
      <vt:lpstr>Scalable Vector Graphics</vt:lpstr>
      <vt:lpstr>Scalable Vector Graphics</vt:lpstr>
      <vt:lpstr>Asynchronous JavaScript and XML</vt:lpstr>
      <vt:lpstr>Asynchronous JavaScript and XML</vt:lpstr>
      <vt:lpstr>Multipurpose Internet Mail Extension</vt:lpstr>
      <vt:lpstr>Multipurpose Internet Mail Extension</vt:lpstr>
      <vt:lpstr>Synchronised Multimedia Integration Language</vt:lpstr>
      <vt:lpstr>Synchronised Multimedia Integration Language</vt:lpstr>
      <vt:lpstr>Multimedia Messaging Service</vt:lpstr>
      <vt:lpstr>SMS vs MMS vs RCS</vt:lpstr>
      <vt:lpstr>Wireless Application Protocol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Warspinix 21</dc:creator>
  <cp:lastModifiedBy>YUVARAJ K</cp:lastModifiedBy>
  <cp:revision>3</cp:revision>
  <dcterms:created xsi:type="dcterms:W3CDTF">2025-02-19T16:16:06Z</dcterms:created>
  <dcterms:modified xsi:type="dcterms:W3CDTF">2025-03-12T00:26:19Z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0x010100F6A909FF2A0C6B4BB63F3D8F8BD5A5F3</vt:lpwstr>
  </property>
</Properties>
</file>