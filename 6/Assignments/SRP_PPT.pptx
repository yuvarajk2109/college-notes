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18" r:id="rId2"/>
    <p:sldId id="329" r:id="rId3"/>
    <p:sldId id="330" r:id="rId4"/>
    <p:sldId id="331" r:id="rId5"/>
    <p:sldId id="339" r:id="rId6"/>
    <p:sldId id="340" r:id="rId7"/>
    <p:sldId id="341" r:id="rId8"/>
    <p:sldId id="342" r:id="rId9"/>
    <p:sldId id="343" r:id="rId10"/>
    <p:sldId id="344" r:id="rId11"/>
    <p:sldId id="332" r:id="rId12"/>
    <p:sldId id="345" r:id="rId13"/>
    <p:sldId id="346" r:id="rId14"/>
  </p:sldIdLst>
  <p:sldSz cx="12188825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1018">
          <p15:clr>
            <a:srgbClr val="A4A3A4"/>
          </p15:clr>
        </p15:guide>
        <p15:guide id="5" orient="horz" pos="3886">
          <p15:clr>
            <a:srgbClr val="A4A3A4"/>
          </p15:clr>
        </p15:guide>
        <p15:guide id="6" orient="horz" pos="2928">
          <p15:clr>
            <a:srgbClr val="A4A3A4"/>
          </p15:clr>
        </p15:guide>
        <p15:guide id="7" orient="horz" pos="3072">
          <p15:clr>
            <a:srgbClr val="A4A3A4"/>
          </p15:clr>
        </p15:guide>
        <p15:guide id="8" orient="horz" pos="407">
          <p15:clr>
            <a:srgbClr val="A4A3A4"/>
          </p15:clr>
        </p15:guide>
        <p15:guide id="9" pos="3839">
          <p15:clr>
            <a:srgbClr val="A4A3A4"/>
          </p15:clr>
        </p15:guide>
        <p15:guide id="10" pos="959">
          <p15:clr>
            <a:srgbClr val="A4A3A4"/>
          </p15:clr>
        </p15:guide>
        <p15:guide id="11" pos="7151">
          <p15:clr>
            <a:srgbClr val="A4A3A4"/>
          </p15:clr>
        </p15:guide>
        <p15:guide id="12" pos="671">
          <p15:clr>
            <a:srgbClr val="A4A3A4"/>
          </p15:clr>
        </p15:guide>
        <p15:guide id="13" pos="4991">
          <p15:clr>
            <a:srgbClr val="A4A3A4"/>
          </p15:clr>
        </p15:guide>
        <p15:guide id="14" pos="7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282"/>
    <a:srgbClr val="6E90FE"/>
    <a:srgbClr val="8086FC"/>
    <a:srgbClr val="6D6DFB"/>
    <a:srgbClr val="4E78F0"/>
    <a:srgbClr val="F0932C"/>
    <a:srgbClr val="92C610"/>
    <a:srgbClr val="9FD812"/>
    <a:srgbClr val="E05F2C"/>
    <a:srgbClr val="0AB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9" autoAdjust="0"/>
  </p:normalViewPr>
  <p:slideViewPr>
    <p:cSldViewPr showGuides="1">
      <p:cViewPr>
        <p:scale>
          <a:sx n="75" d="100"/>
          <a:sy n="75" d="100"/>
        </p:scale>
        <p:origin x="974" y="178"/>
      </p:cViewPr>
      <p:guideLst>
        <p:guide orient="horz" pos="2160"/>
        <p:guide orient="horz" pos="4030"/>
        <p:guide orient="horz" pos="1152"/>
        <p:guide orient="horz" pos="1018"/>
        <p:guide orient="horz" pos="3886"/>
        <p:guide orient="horz" pos="2928"/>
        <p:guide orient="horz" pos="3072"/>
        <p:guide orient="horz" pos="407"/>
        <p:guide pos="3839"/>
        <p:guide pos="959"/>
        <p:guide pos="7151"/>
        <p:guide pos="671"/>
        <p:guide pos="4991"/>
        <p:guide pos="70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28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1D282F-DEC3-4A1C-9CDA-8BFCD685D01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F80F79-DBBF-4B52-A770-D7EBDB29B8C0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GB" sz="1800" u="none" dirty="0">
              <a:solidFill>
                <a:schemeClr val="tx1"/>
              </a:solidFill>
            </a:rPr>
            <a:t>System users can modify bank details</a:t>
          </a:r>
          <a:endParaRPr lang="en-IN" sz="1800" dirty="0">
            <a:solidFill>
              <a:schemeClr val="tx1"/>
            </a:solidFill>
          </a:endParaRPr>
        </a:p>
      </dgm:t>
    </dgm:pt>
    <dgm:pt modelId="{963CD44C-CB6A-4B9E-AF55-DE371E7B42F5}" type="parTrans" cxnId="{5D85CBC2-402F-4670-8B30-0285D90BFBCA}">
      <dgm:prSet/>
      <dgm:spPr/>
      <dgm:t>
        <a:bodyPr/>
        <a:lstStyle/>
        <a:p>
          <a:endParaRPr lang="en-IN" sz="1800">
            <a:solidFill>
              <a:schemeClr val="tx1"/>
            </a:solidFill>
          </a:endParaRPr>
        </a:p>
      </dgm:t>
    </dgm:pt>
    <dgm:pt modelId="{AED827AD-84CC-41ED-96EE-B5CDCA4B334F}" type="sibTrans" cxnId="{5D85CBC2-402F-4670-8B30-0285D90BFBCA}">
      <dgm:prSet/>
      <dgm:spPr/>
      <dgm:t>
        <a:bodyPr/>
        <a:lstStyle/>
        <a:p>
          <a:endParaRPr lang="en-IN" sz="1800">
            <a:solidFill>
              <a:schemeClr val="tx1"/>
            </a:solidFill>
          </a:endParaRPr>
        </a:p>
      </dgm:t>
    </dgm:pt>
    <dgm:pt modelId="{019C92D5-B411-4AD3-BBE7-117577B073CB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GB" sz="1800" u="none" dirty="0">
              <a:solidFill>
                <a:schemeClr val="tx1"/>
              </a:solidFill>
            </a:rPr>
            <a:t>System users can modify bank balance</a:t>
          </a:r>
          <a:endParaRPr lang="en-IN" sz="1800" dirty="0">
            <a:solidFill>
              <a:schemeClr val="tx1"/>
            </a:solidFill>
          </a:endParaRPr>
        </a:p>
      </dgm:t>
    </dgm:pt>
    <dgm:pt modelId="{30746424-F503-4055-8814-EFA79FAFE09F}" type="parTrans" cxnId="{8A1B919C-0548-4F46-B60B-4093BA739AB6}">
      <dgm:prSet/>
      <dgm:spPr/>
      <dgm:t>
        <a:bodyPr/>
        <a:lstStyle/>
        <a:p>
          <a:endParaRPr lang="en-IN" sz="1800">
            <a:solidFill>
              <a:schemeClr val="tx1"/>
            </a:solidFill>
          </a:endParaRPr>
        </a:p>
      </dgm:t>
    </dgm:pt>
    <dgm:pt modelId="{581813F4-6B77-4DCF-B99C-9E1989A70157}" type="sibTrans" cxnId="{8A1B919C-0548-4F46-B60B-4093BA739AB6}">
      <dgm:prSet/>
      <dgm:spPr/>
      <dgm:t>
        <a:bodyPr/>
        <a:lstStyle/>
        <a:p>
          <a:endParaRPr lang="en-IN" sz="1800">
            <a:solidFill>
              <a:schemeClr val="tx1"/>
            </a:solidFill>
          </a:endParaRPr>
        </a:p>
      </dgm:t>
    </dgm:pt>
    <dgm:pt modelId="{10863025-05C3-45D4-B43E-83DA8D1AB774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GB" sz="1800" u="none" dirty="0">
              <a:solidFill>
                <a:schemeClr val="tx1"/>
              </a:solidFill>
            </a:rPr>
            <a:t>Transactions can potentially be intercepted and affected</a:t>
          </a:r>
          <a:endParaRPr lang="en-IN" sz="1800" dirty="0">
            <a:solidFill>
              <a:schemeClr val="tx1"/>
            </a:solidFill>
          </a:endParaRPr>
        </a:p>
      </dgm:t>
    </dgm:pt>
    <dgm:pt modelId="{78BA0EEA-F429-4E10-97D9-D4C38EDEEC0F}" type="parTrans" cxnId="{26555D3B-C545-47F0-AB66-CC9C22E0E80E}">
      <dgm:prSet/>
      <dgm:spPr/>
      <dgm:t>
        <a:bodyPr/>
        <a:lstStyle/>
        <a:p>
          <a:endParaRPr lang="en-IN" sz="1800">
            <a:solidFill>
              <a:schemeClr val="tx1"/>
            </a:solidFill>
          </a:endParaRPr>
        </a:p>
      </dgm:t>
    </dgm:pt>
    <dgm:pt modelId="{0994F691-4F33-4DB8-A4EA-830C3528DAD6}" type="sibTrans" cxnId="{26555D3B-C545-47F0-AB66-CC9C22E0E80E}">
      <dgm:prSet/>
      <dgm:spPr/>
      <dgm:t>
        <a:bodyPr/>
        <a:lstStyle/>
        <a:p>
          <a:endParaRPr lang="en-IN" sz="1800">
            <a:solidFill>
              <a:schemeClr val="tx1"/>
            </a:solidFill>
          </a:endParaRPr>
        </a:p>
      </dgm:t>
    </dgm:pt>
    <dgm:pt modelId="{891688B2-3CF2-4717-B4FB-56FB64EFF062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GB" sz="1800" u="none" dirty="0">
              <a:solidFill>
                <a:schemeClr val="tx1"/>
              </a:solidFill>
            </a:rPr>
            <a:t>users have to wait for a long time to deposit and withdraw money</a:t>
          </a:r>
          <a:endParaRPr lang="en-IN" sz="1800" dirty="0">
            <a:solidFill>
              <a:schemeClr val="tx1"/>
            </a:solidFill>
          </a:endParaRPr>
        </a:p>
      </dgm:t>
    </dgm:pt>
    <dgm:pt modelId="{A8E66C56-35EB-41F4-87EB-2882FFCFE39E}" type="sibTrans" cxnId="{015509B4-25AA-4B3E-A24B-BFAE71941A19}">
      <dgm:prSet/>
      <dgm:spPr/>
      <dgm:t>
        <a:bodyPr/>
        <a:lstStyle/>
        <a:p>
          <a:endParaRPr lang="en-IN" sz="1800">
            <a:solidFill>
              <a:schemeClr val="tx1"/>
            </a:solidFill>
          </a:endParaRPr>
        </a:p>
      </dgm:t>
    </dgm:pt>
    <dgm:pt modelId="{50CD85D6-FA86-4113-B272-C5D04349DDE8}" type="parTrans" cxnId="{015509B4-25AA-4B3E-A24B-BFAE71941A19}">
      <dgm:prSet/>
      <dgm:spPr/>
      <dgm:t>
        <a:bodyPr/>
        <a:lstStyle/>
        <a:p>
          <a:endParaRPr lang="en-IN" sz="1800">
            <a:solidFill>
              <a:schemeClr val="tx1"/>
            </a:solidFill>
          </a:endParaRPr>
        </a:p>
      </dgm:t>
    </dgm:pt>
    <dgm:pt modelId="{E51CE811-26C1-44CA-88BB-545E62798884}" type="pres">
      <dgm:prSet presAssocID="{F31D282F-DEC3-4A1C-9CDA-8BFCD685D01F}" presName="linear" presStyleCnt="0">
        <dgm:presLayoutVars>
          <dgm:dir/>
          <dgm:animLvl val="lvl"/>
          <dgm:resizeHandles val="exact"/>
        </dgm:presLayoutVars>
      </dgm:prSet>
      <dgm:spPr/>
    </dgm:pt>
    <dgm:pt modelId="{2B33F4BD-8740-44D9-A4A4-9F4FD9D6A1CB}" type="pres">
      <dgm:prSet presAssocID="{89F80F79-DBBF-4B52-A770-D7EBDB29B8C0}" presName="parentLin" presStyleCnt="0"/>
      <dgm:spPr/>
    </dgm:pt>
    <dgm:pt modelId="{08C59C5F-2348-4908-9769-91589313BFD1}" type="pres">
      <dgm:prSet presAssocID="{89F80F79-DBBF-4B52-A770-D7EBDB29B8C0}" presName="parentLeftMargin" presStyleLbl="node1" presStyleIdx="0" presStyleCnt="4"/>
      <dgm:spPr/>
    </dgm:pt>
    <dgm:pt modelId="{0E550621-DEBE-4E6B-9075-ECDDF4B73A09}" type="pres">
      <dgm:prSet presAssocID="{89F80F79-DBBF-4B52-A770-D7EBDB29B8C0}" presName="parentText" presStyleLbl="node1" presStyleIdx="0" presStyleCnt="4" custScaleX="104417">
        <dgm:presLayoutVars>
          <dgm:chMax val="0"/>
          <dgm:bulletEnabled val="1"/>
        </dgm:presLayoutVars>
      </dgm:prSet>
      <dgm:spPr/>
    </dgm:pt>
    <dgm:pt modelId="{01670F25-54D7-47D5-ADC6-8909DE39829B}" type="pres">
      <dgm:prSet presAssocID="{89F80F79-DBBF-4B52-A770-D7EBDB29B8C0}" presName="negativeSpace" presStyleCnt="0"/>
      <dgm:spPr/>
    </dgm:pt>
    <dgm:pt modelId="{F81586B5-7E3C-442E-84B8-49898F95C068}" type="pres">
      <dgm:prSet presAssocID="{89F80F79-DBBF-4B52-A770-D7EBDB29B8C0}" presName="childText" presStyleLbl="conFgAcc1" presStyleIdx="0" presStyleCnt="4">
        <dgm:presLayoutVars>
          <dgm:bulletEnabled val="1"/>
        </dgm:presLayoutVars>
      </dgm:prSet>
      <dgm:spPr/>
    </dgm:pt>
    <dgm:pt modelId="{E15C7DF4-0891-4C61-9028-1826AE350071}" type="pres">
      <dgm:prSet presAssocID="{AED827AD-84CC-41ED-96EE-B5CDCA4B334F}" presName="spaceBetweenRectangles" presStyleCnt="0"/>
      <dgm:spPr/>
    </dgm:pt>
    <dgm:pt modelId="{54EBAA6D-520B-43E9-857F-6ACE3EA50286}" type="pres">
      <dgm:prSet presAssocID="{019C92D5-B411-4AD3-BBE7-117577B073CB}" presName="parentLin" presStyleCnt="0"/>
      <dgm:spPr/>
    </dgm:pt>
    <dgm:pt modelId="{03ACBB78-8947-448C-B519-D06B0B5BC553}" type="pres">
      <dgm:prSet presAssocID="{019C92D5-B411-4AD3-BBE7-117577B073CB}" presName="parentLeftMargin" presStyleLbl="node1" presStyleIdx="0" presStyleCnt="4"/>
      <dgm:spPr/>
    </dgm:pt>
    <dgm:pt modelId="{D4654754-4B24-4232-A956-DBD4E931EBC5}" type="pres">
      <dgm:prSet presAssocID="{019C92D5-B411-4AD3-BBE7-117577B073CB}" presName="parentText" presStyleLbl="node1" presStyleIdx="1" presStyleCnt="4" custScaleX="104417">
        <dgm:presLayoutVars>
          <dgm:chMax val="0"/>
          <dgm:bulletEnabled val="1"/>
        </dgm:presLayoutVars>
      </dgm:prSet>
      <dgm:spPr/>
    </dgm:pt>
    <dgm:pt modelId="{E678212C-70D3-4737-B806-435E5185FBD3}" type="pres">
      <dgm:prSet presAssocID="{019C92D5-B411-4AD3-BBE7-117577B073CB}" presName="negativeSpace" presStyleCnt="0"/>
      <dgm:spPr/>
    </dgm:pt>
    <dgm:pt modelId="{FA311A59-1FEB-462C-A2C4-B2B67EE01892}" type="pres">
      <dgm:prSet presAssocID="{019C92D5-B411-4AD3-BBE7-117577B073CB}" presName="childText" presStyleLbl="conFgAcc1" presStyleIdx="1" presStyleCnt="4">
        <dgm:presLayoutVars>
          <dgm:bulletEnabled val="1"/>
        </dgm:presLayoutVars>
      </dgm:prSet>
      <dgm:spPr/>
    </dgm:pt>
    <dgm:pt modelId="{17FDC591-48A3-4BC1-BF48-4368B760D3DC}" type="pres">
      <dgm:prSet presAssocID="{581813F4-6B77-4DCF-B99C-9E1989A70157}" presName="spaceBetweenRectangles" presStyleCnt="0"/>
      <dgm:spPr/>
    </dgm:pt>
    <dgm:pt modelId="{8D46F51E-477C-4D9F-B573-48B1A2ED8D83}" type="pres">
      <dgm:prSet presAssocID="{10863025-05C3-45D4-B43E-83DA8D1AB774}" presName="parentLin" presStyleCnt="0"/>
      <dgm:spPr/>
    </dgm:pt>
    <dgm:pt modelId="{9476226F-C2BB-4CD2-A926-7EC2819BB606}" type="pres">
      <dgm:prSet presAssocID="{10863025-05C3-45D4-B43E-83DA8D1AB774}" presName="parentLeftMargin" presStyleLbl="node1" presStyleIdx="1" presStyleCnt="4"/>
      <dgm:spPr/>
    </dgm:pt>
    <dgm:pt modelId="{4F2E8BCA-44B9-4F15-87F7-6FD08BA04A43}" type="pres">
      <dgm:prSet presAssocID="{10863025-05C3-45D4-B43E-83DA8D1AB774}" presName="parentText" presStyleLbl="node1" presStyleIdx="2" presStyleCnt="4" custScaleX="104417">
        <dgm:presLayoutVars>
          <dgm:chMax val="0"/>
          <dgm:bulletEnabled val="1"/>
        </dgm:presLayoutVars>
      </dgm:prSet>
      <dgm:spPr/>
    </dgm:pt>
    <dgm:pt modelId="{FE4AF1F2-EB45-41FB-BE6A-C2D573383093}" type="pres">
      <dgm:prSet presAssocID="{10863025-05C3-45D4-B43E-83DA8D1AB774}" presName="negativeSpace" presStyleCnt="0"/>
      <dgm:spPr/>
    </dgm:pt>
    <dgm:pt modelId="{12456D06-2E69-462B-A2BA-B37EA7BA354F}" type="pres">
      <dgm:prSet presAssocID="{10863025-05C3-45D4-B43E-83DA8D1AB774}" presName="childText" presStyleLbl="conFgAcc1" presStyleIdx="2" presStyleCnt="4">
        <dgm:presLayoutVars>
          <dgm:bulletEnabled val="1"/>
        </dgm:presLayoutVars>
      </dgm:prSet>
      <dgm:spPr/>
    </dgm:pt>
    <dgm:pt modelId="{B1E383D9-EE41-4922-BFD7-5FC5477E8CF5}" type="pres">
      <dgm:prSet presAssocID="{0994F691-4F33-4DB8-A4EA-830C3528DAD6}" presName="spaceBetweenRectangles" presStyleCnt="0"/>
      <dgm:spPr/>
    </dgm:pt>
    <dgm:pt modelId="{2223469C-846B-4BF1-8751-C6306553DA48}" type="pres">
      <dgm:prSet presAssocID="{891688B2-3CF2-4717-B4FB-56FB64EFF062}" presName="parentLin" presStyleCnt="0"/>
      <dgm:spPr/>
    </dgm:pt>
    <dgm:pt modelId="{DEEE02D2-435A-445A-BC43-4B4601B0AFFB}" type="pres">
      <dgm:prSet presAssocID="{891688B2-3CF2-4717-B4FB-56FB64EFF062}" presName="parentLeftMargin" presStyleLbl="node1" presStyleIdx="2" presStyleCnt="4"/>
      <dgm:spPr/>
    </dgm:pt>
    <dgm:pt modelId="{AC85054E-6CF6-4890-B10A-9FFCC1D7A36E}" type="pres">
      <dgm:prSet presAssocID="{891688B2-3CF2-4717-B4FB-56FB64EFF062}" presName="parentText" presStyleLbl="node1" presStyleIdx="3" presStyleCnt="4" custScaleX="104186">
        <dgm:presLayoutVars>
          <dgm:chMax val="0"/>
          <dgm:bulletEnabled val="1"/>
        </dgm:presLayoutVars>
      </dgm:prSet>
      <dgm:spPr/>
    </dgm:pt>
    <dgm:pt modelId="{DE970AD5-35CA-4BDC-B287-10A0EDDFC595}" type="pres">
      <dgm:prSet presAssocID="{891688B2-3CF2-4717-B4FB-56FB64EFF062}" presName="negativeSpace" presStyleCnt="0"/>
      <dgm:spPr/>
    </dgm:pt>
    <dgm:pt modelId="{DB269940-B7A4-452F-B08A-366BABCE161E}" type="pres">
      <dgm:prSet presAssocID="{891688B2-3CF2-4717-B4FB-56FB64EFF06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7300930-4B20-49F8-8F76-3A37B93FD4A3}" type="presOf" srcId="{891688B2-3CF2-4717-B4FB-56FB64EFF062}" destId="{DEEE02D2-435A-445A-BC43-4B4601B0AFFB}" srcOrd="0" destOrd="0" presId="urn:microsoft.com/office/officeart/2005/8/layout/list1"/>
    <dgm:cxn modelId="{F5EB1E3A-E959-45EE-B497-B946977FE8AC}" type="presOf" srcId="{10863025-05C3-45D4-B43E-83DA8D1AB774}" destId="{9476226F-C2BB-4CD2-A926-7EC2819BB606}" srcOrd="0" destOrd="0" presId="urn:microsoft.com/office/officeart/2005/8/layout/list1"/>
    <dgm:cxn modelId="{26555D3B-C545-47F0-AB66-CC9C22E0E80E}" srcId="{F31D282F-DEC3-4A1C-9CDA-8BFCD685D01F}" destId="{10863025-05C3-45D4-B43E-83DA8D1AB774}" srcOrd="2" destOrd="0" parTransId="{78BA0EEA-F429-4E10-97D9-D4C38EDEEC0F}" sibTransId="{0994F691-4F33-4DB8-A4EA-830C3528DAD6}"/>
    <dgm:cxn modelId="{41564740-BE5D-4C66-95A1-0CD7A5D1F19D}" type="presOf" srcId="{10863025-05C3-45D4-B43E-83DA8D1AB774}" destId="{4F2E8BCA-44B9-4F15-87F7-6FD08BA04A43}" srcOrd="1" destOrd="0" presId="urn:microsoft.com/office/officeart/2005/8/layout/list1"/>
    <dgm:cxn modelId="{06FA944F-035C-40A2-8FBB-35F32422359B}" type="presOf" srcId="{891688B2-3CF2-4717-B4FB-56FB64EFF062}" destId="{AC85054E-6CF6-4890-B10A-9FFCC1D7A36E}" srcOrd="1" destOrd="0" presId="urn:microsoft.com/office/officeart/2005/8/layout/list1"/>
    <dgm:cxn modelId="{9C1C2179-3238-4826-9E0A-6C40018AC391}" type="presOf" srcId="{019C92D5-B411-4AD3-BBE7-117577B073CB}" destId="{D4654754-4B24-4232-A956-DBD4E931EBC5}" srcOrd="1" destOrd="0" presId="urn:microsoft.com/office/officeart/2005/8/layout/list1"/>
    <dgm:cxn modelId="{D373DC9A-4657-4981-AD46-1FD9C7D8553B}" type="presOf" srcId="{F31D282F-DEC3-4A1C-9CDA-8BFCD685D01F}" destId="{E51CE811-26C1-44CA-88BB-545E62798884}" srcOrd="0" destOrd="0" presId="urn:microsoft.com/office/officeart/2005/8/layout/list1"/>
    <dgm:cxn modelId="{8A1B919C-0548-4F46-B60B-4093BA739AB6}" srcId="{F31D282F-DEC3-4A1C-9CDA-8BFCD685D01F}" destId="{019C92D5-B411-4AD3-BBE7-117577B073CB}" srcOrd="1" destOrd="0" parTransId="{30746424-F503-4055-8814-EFA79FAFE09F}" sibTransId="{581813F4-6B77-4DCF-B99C-9E1989A70157}"/>
    <dgm:cxn modelId="{281067A8-C154-4F04-85AD-6AAE7DA5DDFE}" type="presOf" srcId="{89F80F79-DBBF-4B52-A770-D7EBDB29B8C0}" destId="{08C59C5F-2348-4908-9769-91589313BFD1}" srcOrd="0" destOrd="0" presId="urn:microsoft.com/office/officeart/2005/8/layout/list1"/>
    <dgm:cxn modelId="{015509B4-25AA-4B3E-A24B-BFAE71941A19}" srcId="{F31D282F-DEC3-4A1C-9CDA-8BFCD685D01F}" destId="{891688B2-3CF2-4717-B4FB-56FB64EFF062}" srcOrd="3" destOrd="0" parTransId="{50CD85D6-FA86-4113-B272-C5D04349DDE8}" sibTransId="{A8E66C56-35EB-41F4-87EB-2882FFCFE39E}"/>
    <dgm:cxn modelId="{5D85CBC2-402F-4670-8B30-0285D90BFBCA}" srcId="{F31D282F-DEC3-4A1C-9CDA-8BFCD685D01F}" destId="{89F80F79-DBBF-4B52-A770-D7EBDB29B8C0}" srcOrd="0" destOrd="0" parTransId="{963CD44C-CB6A-4B9E-AF55-DE371E7B42F5}" sibTransId="{AED827AD-84CC-41ED-96EE-B5CDCA4B334F}"/>
    <dgm:cxn modelId="{70E7A2DB-9FF1-40A5-AAB9-50BD00160498}" type="presOf" srcId="{019C92D5-B411-4AD3-BBE7-117577B073CB}" destId="{03ACBB78-8947-448C-B519-D06B0B5BC553}" srcOrd="0" destOrd="0" presId="urn:microsoft.com/office/officeart/2005/8/layout/list1"/>
    <dgm:cxn modelId="{9E555DDC-47A8-4187-B0CD-65BB9F289358}" type="presOf" srcId="{89F80F79-DBBF-4B52-A770-D7EBDB29B8C0}" destId="{0E550621-DEBE-4E6B-9075-ECDDF4B73A09}" srcOrd="1" destOrd="0" presId="urn:microsoft.com/office/officeart/2005/8/layout/list1"/>
    <dgm:cxn modelId="{D131CED0-E233-494D-8F48-05DBAC9BC265}" type="presParOf" srcId="{E51CE811-26C1-44CA-88BB-545E62798884}" destId="{2B33F4BD-8740-44D9-A4A4-9F4FD9D6A1CB}" srcOrd="0" destOrd="0" presId="urn:microsoft.com/office/officeart/2005/8/layout/list1"/>
    <dgm:cxn modelId="{B396B8CD-6857-4AE5-87D8-28292141FEAB}" type="presParOf" srcId="{2B33F4BD-8740-44D9-A4A4-9F4FD9D6A1CB}" destId="{08C59C5F-2348-4908-9769-91589313BFD1}" srcOrd="0" destOrd="0" presId="urn:microsoft.com/office/officeart/2005/8/layout/list1"/>
    <dgm:cxn modelId="{5FCED2EF-58C9-4AD6-AEB4-DB8D41FDAAF3}" type="presParOf" srcId="{2B33F4BD-8740-44D9-A4A4-9F4FD9D6A1CB}" destId="{0E550621-DEBE-4E6B-9075-ECDDF4B73A09}" srcOrd="1" destOrd="0" presId="urn:microsoft.com/office/officeart/2005/8/layout/list1"/>
    <dgm:cxn modelId="{91A208ED-7C1B-4A4B-9317-667C47714729}" type="presParOf" srcId="{E51CE811-26C1-44CA-88BB-545E62798884}" destId="{01670F25-54D7-47D5-ADC6-8909DE39829B}" srcOrd="1" destOrd="0" presId="urn:microsoft.com/office/officeart/2005/8/layout/list1"/>
    <dgm:cxn modelId="{F8F7F391-46DA-4AC0-8B54-B4484C3ACFF1}" type="presParOf" srcId="{E51CE811-26C1-44CA-88BB-545E62798884}" destId="{F81586B5-7E3C-442E-84B8-49898F95C068}" srcOrd="2" destOrd="0" presId="urn:microsoft.com/office/officeart/2005/8/layout/list1"/>
    <dgm:cxn modelId="{CDF13A9B-C640-4DFE-9FAB-53A0A46AB4F9}" type="presParOf" srcId="{E51CE811-26C1-44CA-88BB-545E62798884}" destId="{E15C7DF4-0891-4C61-9028-1826AE350071}" srcOrd="3" destOrd="0" presId="urn:microsoft.com/office/officeart/2005/8/layout/list1"/>
    <dgm:cxn modelId="{247E3B0A-03D5-4892-AD2A-508833057493}" type="presParOf" srcId="{E51CE811-26C1-44CA-88BB-545E62798884}" destId="{54EBAA6D-520B-43E9-857F-6ACE3EA50286}" srcOrd="4" destOrd="0" presId="urn:microsoft.com/office/officeart/2005/8/layout/list1"/>
    <dgm:cxn modelId="{4828107E-1F0E-4191-83B5-C8198C1D1FA0}" type="presParOf" srcId="{54EBAA6D-520B-43E9-857F-6ACE3EA50286}" destId="{03ACBB78-8947-448C-B519-D06B0B5BC553}" srcOrd="0" destOrd="0" presId="urn:microsoft.com/office/officeart/2005/8/layout/list1"/>
    <dgm:cxn modelId="{70388077-1196-481A-A315-D8B8B6C2FCF3}" type="presParOf" srcId="{54EBAA6D-520B-43E9-857F-6ACE3EA50286}" destId="{D4654754-4B24-4232-A956-DBD4E931EBC5}" srcOrd="1" destOrd="0" presId="urn:microsoft.com/office/officeart/2005/8/layout/list1"/>
    <dgm:cxn modelId="{12B67E4F-AC5C-4C17-A6DE-D0FF1193A3C5}" type="presParOf" srcId="{E51CE811-26C1-44CA-88BB-545E62798884}" destId="{E678212C-70D3-4737-B806-435E5185FBD3}" srcOrd="5" destOrd="0" presId="urn:microsoft.com/office/officeart/2005/8/layout/list1"/>
    <dgm:cxn modelId="{120E2EA8-4225-4614-BF3A-E8F191715C38}" type="presParOf" srcId="{E51CE811-26C1-44CA-88BB-545E62798884}" destId="{FA311A59-1FEB-462C-A2C4-B2B67EE01892}" srcOrd="6" destOrd="0" presId="urn:microsoft.com/office/officeart/2005/8/layout/list1"/>
    <dgm:cxn modelId="{0F4E0971-7809-4AB7-84B9-53757D4B4891}" type="presParOf" srcId="{E51CE811-26C1-44CA-88BB-545E62798884}" destId="{17FDC591-48A3-4BC1-BF48-4368B760D3DC}" srcOrd="7" destOrd="0" presId="urn:microsoft.com/office/officeart/2005/8/layout/list1"/>
    <dgm:cxn modelId="{9F73D667-519F-40AD-81A2-BE798D60B5EA}" type="presParOf" srcId="{E51CE811-26C1-44CA-88BB-545E62798884}" destId="{8D46F51E-477C-4D9F-B573-48B1A2ED8D83}" srcOrd="8" destOrd="0" presId="urn:microsoft.com/office/officeart/2005/8/layout/list1"/>
    <dgm:cxn modelId="{9D7B9C39-B839-4CAB-A86D-0A35237876D4}" type="presParOf" srcId="{8D46F51E-477C-4D9F-B573-48B1A2ED8D83}" destId="{9476226F-C2BB-4CD2-A926-7EC2819BB606}" srcOrd="0" destOrd="0" presId="urn:microsoft.com/office/officeart/2005/8/layout/list1"/>
    <dgm:cxn modelId="{CF1A5328-3478-410D-8BC8-86B0C1029D47}" type="presParOf" srcId="{8D46F51E-477C-4D9F-B573-48B1A2ED8D83}" destId="{4F2E8BCA-44B9-4F15-87F7-6FD08BA04A43}" srcOrd="1" destOrd="0" presId="urn:microsoft.com/office/officeart/2005/8/layout/list1"/>
    <dgm:cxn modelId="{7FB33A08-7FEF-4C1C-9D6E-E44A33BCFCBC}" type="presParOf" srcId="{E51CE811-26C1-44CA-88BB-545E62798884}" destId="{FE4AF1F2-EB45-41FB-BE6A-C2D573383093}" srcOrd="9" destOrd="0" presId="urn:microsoft.com/office/officeart/2005/8/layout/list1"/>
    <dgm:cxn modelId="{ED2B311F-59DF-4653-AF18-FD4ED480AC11}" type="presParOf" srcId="{E51CE811-26C1-44CA-88BB-545E62798884}" destId="{12456D06-2E69-462B-A2BA-B37EA7BA354F}" srcOrd="10" destOrd="0" presId="urn:microsoft.com/office/officeart/2005/8/layout/list1"/>
    <dgm:cxn modelId="{2CCD0B4A-03AA-4344-9938-1EF8E2E5F80D}" type="presParOf" srcId="{E51CE811-26C1-44CA-88BB-545E62798884}" destId="{B1E383D9-EE41-4922-BFD7-5FC5477E8CF5}" srcOrd="11" destOrd="0" presId="urn:microsoft.com/office/officeart/2005/8/layout/list1"/>
    <dgm:cxn modelId="{188916A7-780C-4AE6-8436-F2AFF67C398D}" type="presParOf" srcId="{E51CE811-26C1-44CA-88BB-545E62798884}" destId="{2223469C-846B-4BF1-8751-C6306553DA48}" srcOrd="12" destOrd="0" presId="urn:microsoft.com/office/officeart/2005/8/layout/list1"/>
    <dgm:cxn modelId="{8F82EA3A-1DC6-435A-8C00-2C7B467D2F41}" type="presParOf" srcId="{2223469C-846B-4BF1-8751-C6306553DA48}" destId="{DEEE02D2-435A-445A-BC43-4B4601B0AFFB}" srcOrd="0" destOrd="0" presId="urn:microsoft.com/office/officeart/2005/8/layout/list1"/>
    <dgm:cxn modelId="{1F6ED4D3-5593-4718-8FE8-431C2A6FEAD8}" type="presParOf" srcId="{2223469C-846B-4BF1-8751-C6306553DA48}" destId="{AC85054E-6CF6-4890-B10A-9FFCC1D7A36E}" srcOrd="1" destOrd="0" presId="urn:microsoft.com/office/officeart/2005/8/layout/list1"/>
    <dgm:cxn modelId="{D3EE7EC2-40C5-41CD-90F5-85A9FFCDF916}" type="presParOf" srcId="{E51CE811-26C1-44CA-88BB-545E62798884}" destId="{DE970AD5-35CA-4BDC-B287-10A0EDDFC595}" srcOrd="13" destOrd="0" presId="urn:microsoft.com/office/officeart/2005/8/layout/list1"/>
    <dgm:cxn modelId="{117A052A-F5C8-47DC-8C54-14993D428ABA}" type="presParOf" srcId="{E51CE811-26C1-44CA-88BB-545E62798884}" destId="{DB269940-B7A4-452F-B08A-366BABCE161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1D282F-DEC3-4A1C-9CDA-8BFCD685D01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F80F79-DBBF-4B52-A770-D7EBDB29B8C0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Study and implementation of blockchain technology in the banking domain.</a:t>
          </a:r>
        </a:p>
      </dgm:t>
    </dgm:pt>
    <dgm:pt modelId="{963CD44C-CB6A-4B9E-AF55-DE371E7B42F5}" type="parTrans" cxnId="{5D85CBC2-402F-4670-8B30-0285D90BFBCA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D827AD-84CC-41ED-96EE-B5CDCA4B334F}" type="sibTrans" cxnId="{5D85CBC2-402F-4670-8B30-0285D90BFBCA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04F4A0-4918-4A9C-A6C3-0A22FA734ADD}">
      <dgm:prSet custT="1"/>
      <dgm:spPr/>
      <dgm:t>
        <a:bodyPr/>
        <a:lstStyle/>
        <a:p>
          <a:pPr>
            <a:buSzPts val="1000"/>
            <a:buFont typeface="Wingdings" panose="05000000000000000000" pitchFamily="2" charset="2"/>
            <a:buChar char=""/>
          </a:pPr>
          <a:r>
            <a: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Design of a decentralized architecture for banking operations using smart contracts.</a:t>
          </a:r>
        </a:p>
      </dgm:t>
    </dgm:pt>
    <dgm:pt modelId="{8A23C06B-B821-4173-8C00-C53209AF9B33}" type="parTrans" cxnId="{C36C5DB0-F03E-4ACE-91B7-EAEA628E0EB0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71AED4-622C-411A-B368-4BC8CE7828E1}" type="sibTrans" cxnId="{C36C5DB0-F03E-4ACE-91B7-EAEA628E0EB0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D382A5-9301-42E4-B527-F3F205622907}">
      <dgm:prSet custT="1"/>
      <dgm:spPr/>
      <dgm:t>
        <a:bodyPr/>
        <a:lstStyle/>
        <a:p>
          <a:pPr>
            <a:buSzPts val="1000"/>
            <a:buFont typeface="Wingdings" panose="05000000000000000000" pitchFamily="2" charset="2"/>
            <a:buChar char=""/>
          </a:pPr>
          <a:r>
            <a: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Implementation of basic financial services: deposits, transfers, transaction history.</a:t>
          </a:r>
        </a:p>
      </dgm:t>
    </dgm:pt>
    <dgm:pt modelId="{411018E8-0E01-4023-B0E8-D799EC6876D0}" type="parTrans" cxnId="{E07AD412-FC20-4718-88AC-44C901FEEAE4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379EB0-9918-46BB-9C84-03280DE1E5D8}" type="sibTrans" cxnId="{E07AD412-FC20-4718-88AC-44C901FEEAE4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635D21-4B6E-42E5-97D8-CB6F40D0C3DF}">
      <dgm:prSet custT="1"/>
      <dgm:spPr/>
      <dgm:t>
        <a:bodyPr/>
        <a:lstStyle/>
        <a:p>
          <a:pPr>
            <a:buSzPts val="1000"/>
            <a:buFont typeface="Wingdings" panose="05000000000000000000" pitchFamily="2" charset="2"/>
            <a:buChar char=""/>
          </a:pPr>
          <a:r>
            <a: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 of Ethereum or similar platforms for smart contract development.</a:t>
          </a:r>
        </a:p>
      </dgm:t>
    </dgm:pt>
    <dgm:pt modelId="{27E60AD4-DBEB-4952-A532-1C98E36E27E1}" type="parTrans" cxnId="{DD2EE3AB-171D-401A-888B-389D69F52ACB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6706EF-0FD5-4045-9806-91FF5AAF4288}" type="sibTrans" cxnId="{DD2EE3AB-171D-401A-888B-389D69F52ACB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03AA87-3541-4A11-904A-82B2BCCA0705}">
      <dgm:prSet custT="1"/>
      <dgm:spPr/>
      <dgm:t>
        <a:bodyPr/>
        <a:lstStyle/>
        <a:p>
          <a:pPr>
            <a:buSzPts val="1000"/>
            <a:buFont typeface="Wingdings" panose="05000000000000000000" pitchFamily="2" charset="2"/>
            <a:buChar char=""/>
          </a:pPr>
          <a:r>
            <a:rPr lang="en-IN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Evaluation of security, transaction costs, and user experience in the decentralized environment.</a:t>
          </a:r>
        </a:p>
      </dgm:t>
    </dgm:pt>
    <dgm:pt modelId="{5558949A-3A14-45D0-A1F7-9AA6064FA2D5}" type="parTrans" cxnId="{0E221BC8-4AE0-4B34-9E23-4EE5F291CD1D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405A0B-8B85-4879-9301-2C3181D46183}" type="sibTrans" cxnId="{0E221BC8-4AE0-4B34-9E23-4EE5F291CD1D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268D0F-9BF1-4BBB-8940-61E86E18E1FF}">
      <dgm:prSet custT="1"/>
      <dgm:spPr/>
      <dgm:t>
        <a:bodyPr/>
        <a:lstStyle/>
        <a:p>
          <a:pPr>
            <a:buSzPts val="1000"/>
            <a:buFont typeface="Wingdings" panose="05000000000000000000" pitchFamily="2" charset="2"/>
            <a:buChar char=""/>
          </a:pPr>
          <a:r>
            <a: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Comparative analysis between centralized and decentralized banking models.</a:t>
          </a:r>
        </a:p>
      </dgm:t>
    </dgm:pt>
    <dgm:pt modelId="{3C4E142D-33A8-43A1-AB62-CC46A9F4F989}" type="parTrans" cxnId="{086B73B4-2CCA-4C9F-8330-68F184FAB37F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D484C7-E18E-442A-B64C-4CC78FFFFE91}" type="sibTrans" cxnId="{086B73B4-2CCA-4C9F-8330-68F184FAB37F}">
      <dgm:prSet/>
      <dgm:spPr/>
      <dgm:t>
        <a:bodyPr/>
        <a:lstStyle/>
        <a:p>
          <a:endParaRPr lang="en-IN" sz="160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1CE811-26C1-44CA-88BB-545E62798884}" type="pres">
      <dgm:prSet presAssocID="{F31D282F-DEC3-4A1C-9CDA-8BFCD685D01F}" presName="linear" presStyleCnt="0">
        <dgm:presLayoutVars>
          <dgm:dir/>
          <dgm:animLvl val="lvl"/>
          <dgm:resizeHandles val="exact"/>
        </dgm:presLayoutVars>
      </dgm:prSet>
      <dgm:spPr/>
    </dgm:pt>
    <dgm:pt modelId="{2B33F4BD-8740-44D9-A4A4-9F4FD9D6A1CB}" type="pres">
      <dgm:prSet presAssocID="{89F80F79-DBBF-4B52-A770-D7EBDB29B8C0}" presName="parentLin" presStyleCnt="0"/>
      <dgm:spPr/>
    </dgm:pt>
    <dgm:pt modelId="{08C59C5F-2348-4908-9769-91589313BFD1}" type="pres">
      <dgm:prSet presAssocID="{89F80F79-DBBF-4B52-A770-D7EBDB29B8C0}" presName="parentLeftMargin" presStyleLbl="node1" presStyleIdx="0" presStyleCnt="6"/>
      <dgm:spPr/>
    </dgm:pt>
    <dgm:pt modelId="{0E550621-DEBE-4E6B-9075-ECDDF4B73A09}" type="pres">
      <dgm:prSet presAssocID="{89F80F79-DBBF-4B52-A770-D7EBDB29B8C0}" presName="parentText" presStyleLbl="node1" presStyleIdx="0" presStyleCnt="6" custScaleX="102324">
        <dgm:presLayoutVars>
          <dgm:chMax val="0"/>
          <dgm:bulletEnabled val="1"/>
        </dgm:presLayoutVars>
      </dgm:prSet>
      <dgm:spPr/>
    </dgm:pt>
    <dgm:pt modelId="{01670F25-54D7-47D5-ADC6-8909DE39829B}" type="pres">
      <dgm:prSet presAssocID="{89F80F79-DBBF-4B52-A770-D7EBDB29B8C0}" presName="negativeSpace" presStyleCnt="0"/>
      <dgm:spPr/>
    </dgm:pt>
    <dgm:pt modelId="{F81586B5-7E3C-442E-84B8-49898F95C068}" type="pres">
      <dgm:prSet presAssocID="{89F80F79-DBBF-4B52-A770-D7EBDB29B8C0}" presName="childText" presStyleLbl="conFgAcc1" presStyleIdx="0" presStyleCnt="6">
        <dgm:presLayoutVars>
          <dgm:bulletEnabled val="1"/>
        </dgm:presLayoutVars>
      </dgm:prSet>
      <dgm:spPr/>
    </dgm:pt>
    <dgm:pt modelId="{E15C7DF4-0891-4C61-9028-1826AE350071}" type="pres">
      <dgm:prSet presAssocID="{AED827AD-84CC-41ED-96EE-B5CDCA4B334F}" presName="spaceBetweenRectangles" presStyleCnt="0"/>
      <dgm:spPr/>
    </dgm:pt>
    <dgm:pt modelId="{755D0E99-6853-4EE3-8718-DEAFFDE35CBF}" type="pres">
      <dgm:prSet presAssocID="{6904F4A0-4918-4A9C-A6C3-0A22FA734ADD}" presName="parentLin" presStyleCnt="0"/>
      <dgm:spPr/>
    </dgm:pt>
    <dgm:pt modelId="{D23504E2-55BF-491C-94A7-FBE8415B12B5}" type="pres">
      <dgm:prSet presAssocID="{6904F4A0-4918-4A9C-A6C3-0A22FA734ADD}" presName="parentLeftMargin" presStyleLbl="node1" presStyleIdx="0" presStyleCnt="6"/>
      <dgm:spPr/>
    </dgm:pt>
    <dgm:pt modelId="{E0C1628B-EA6E-4515-A75A-B02B0226AE67}" type="pres">
      <dgm:prSet presAssocID="{6904F4A0-4918-4A9C-A6C3-0A22FA734ADD}" presName="parentText" presStyleLbl="node1" presStyleIdx="1" presStyleCnt="6" custScaleX="108603">
        <dgm:presLayoutVars>
          <dgm:chMax val="0"/>
          <dgm:bulletEnabled val="1"/>
        </dgm:presLayoutVars>
      </dgm:prSet>
      <dgm:spPr/>
    </dgm:pt>
    <dgm:pt modelId="{13D6CA37-5772-4C6D-A1AA-FD46BB1695D9}" type="pres">
      <dgm:prSet presAssocID="{6904F4A0-4918-4A9C-A6C3-0A22FA734ADD}" presName="negativeSpace" presStyleCnt="0"/>
      <dgm:spPr/>
    </dgm:pt>
    <dgm:pt modelId="{7B9B8788-C2C6-45A7-B110-F3F3D0147834}" type="pres">
      <dgm:prSet presAssocID="{6904F4A0-4918-4A9C-A6C3-0A22FA734ADD}" presName="childText" presStyleLbl="conFgAcc1" presStyleIdx="1" presStyleCnt="6">
        <dgm:presLayoutVars>
          <dgm:bulletEnabled val="1"/>
        </dgm:presLayoutVars>
      </dgm:prSet>
      <dgm:spPr/>
    </dgm:pt>
    <dgm:pt modelId="{8E7997B3-FDBC-484E-BAD8-A3729E568CB3}" type="pres">
      <dgm:prSet presAssocID="{1471AED4-622C-411A-B368-4BC8CE7828E1}" presName="spaceBetweenRectangles" presStyleCnt="0"/>
      <dgm:spPr/>
    </dgm:pt>
    <dgm:pt modelId="{30D83649-C413-4C4E-8B07-DC4276EFBF76}" type="pres">
      <dgm:prSet presAssocID="{93D382A5-9301-42E4-B527-F3F205622907}" presName="parentLin" presStyleCnt="0"/>
      <dgm:spPr/>
    </dgm:pt>
    <dgm:pt modelId="{D10F2180-08AB-41CF-AF9F-90E72A93E18C}" type="pres">
      <dgm:prSet presAssocID="{93D382A5-9301-42E4-B527-F3F205622907}" presName="parentLeftMargin" presStyleLbl="node1" presStyleIdx="1" presStyleCnt="6"/>
      <dgm:spPr/>
    </dgm:pt>
    <dgm:pt modelId="{1F069B81-AD16-4CAB-B99C-434F0C49F836}" type="pres">
      <dgm:prSet presAssocID="{93D382A5-9301-42E4-B527-F3F205622907}" presName="parentText" presStyleLbl="node1" presStyleIdx="2" presStyleCnt="6" custScaleX="108372">
        <dgm:presLayoutVars>
          <dgm:chMax val="0"/>
          <dgm:bulletEnabled val="1"/>
        </dgm:presLayoutVars>
      </dgm:prSet>
      <dgm:spPr/>
    </dgm:pt>
    <dgm:pt modelId="{1F86BD57-8A1E-44D3-B76D-48656DBEFCF2}" type="pres">
      <dgm:prSet presAssocID="{93D382A5-9301-42E4-B527-F3F205622907}" presName="negativeSpace" presStyleCnt="0"/>
      <dgm:spPr/>
    </dgm:pt>
    <dgm:pt modelId="{A973F5F3-16AD-4220-8D85-BD2D62E59A5E}" type="pres">
      <dgm:prSet presAssocID="{93D382A5-9301-42E4-B527-F3F205622907}" presName="childText" presStyleLbl="conFgAcc1" presStyleIdx="2" presStyleCnt="6">
        <dgm:presLayoutVars>
          <dgm:bulletEnabled val="1"/>
        </dgm:presLayoutVars>
      </dgm:prSet>
      <dgm:spPr/>
    </dgm:pt>
    <dgm:pt modelId="{640BD505-9CE8-41EC-ADF0-042E9F32ADBF}" type="pres">
      <dgm:prSet presAssocID="{DC379EB0-9918-46BB-9C84-03280DE1E5D8}" presName="spaceBetweenRectangles" presStyleCnt="0"/>
      <dgm:spPr/>
    </dgm:pt>
    <dgm:pt modelId="{5ACCF16E-9767-4E45-A878-7A99DEF70582}" type="pres">
      <dgm:prSet presAssocID="{57635D21-4B6E-42E5-97D8-CB6F40D0C3DF}" presName="parentLin" presStyleCnt="0"/>
      <dgm:spPr/>
    </dgm:pt>
    <dgm:pt modelId="{D9E12C25-AB42-4D5C-A598-33A6297955A5}" type="pres">
      <dgm:prSet presAssocID="{57635D21-4B6E-42E5-97D8-CB6F40D0C3DF}" presName="parentLeftMargin" presStyleLbl="node1" presStyleIdx="2" presStyleCnt="6"/>
      <dgm:spPr/>
    </dgm:pt>
    <dgm:pt modelId="{BD423825-D8D9-4C35-A801-096911073773}" type="pres">
      <dgm:prSet presAssocID="{57635D21-4B6E-42E5-97D8-CB6F40D0C3D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3FF1164-89FB-4B33-8F50-26FBD4836A72}" type="pres">
      <dgm:prSet presAssocID="{57635D21-4B6E-42E5-97D8-CB6F40D0C3DF}" presName="negativeSpace" presStyleCnt="0"/>
      <dgm:spPr/>
    </dgm:pt>
    <dgm:pt modelId="{B27EACC4-54F0-4CD6-9605-8B485D61D01D}" type="pres">
      <dgm:prSet presAssocID="{57635D21-4B6E-42E5-97D8-CB6F40D0C3DF}" presName="childText" presStyleLbl="conFgAcc1" presStyleIdx="3" presStyleCnt="6">
        <dgm:presLayoutVars>
          <dgm:bulletEnabled val="1"/>
        </dgm:presLayoutVars>
      </dgm:prSet>
      <dgm:spPr/>
    </dgm:pt>
    <dgm:pt modelId="{49F03613-1D84-40D5-AFA1-01B7265E5CF2}" type="pres">
      <dgm:prSet presAssocID="{1F6706EF-0FD5-4045-9806-91FF5AAF4288}" presName="spaceBetweenRectangles" presStyleCnt="0"/>
      <dgm:spPr/>
    </dgm:pt>
    <dgm:pt modelId="{76BE1F1E-E9D2-49EE-A964-084BA4464844}" type="pres">
      <dgm:prSet presAssocID="{3403AA87-3541-4A11-904A-82B2BCCA0705}" presName="parentLin" presStyleCnt="0"/>
      <dgm:spPr/>
    </dgm:pt>
    <dgm:pt modelId="{C7A17A39-ABE9-440F-A1CC-DA14067A6658}" type="pres">
      <dgm:prSet presAssocID="{3403AA87-3541-4A11-904A-82B2BCCA0705}" presName="parentLeftMargin" presStyleLbl="node1" presStyleIdx="3" presStyleCnt="6"/>
      <dgm:spPr/>
    </dgm:pt>
    <dgm:pt modelId="{C53AB94B-741E-45E0-BABA-86CBB75377D6}" type="pres">
      <dgm:prSet presAssocID="{3403AA87-3541-4A11-904A-82B2BCCA0705}" presName="parentText" presStyleLbl="node1" presStyleIdx="4" presStyleCnt="6" custScaleX="127440">
        <dgm:presLayoutVars>
          <dgm:chMax val="0"/>
          <dgm:bulletEnabled val="1"/>
        </dgm:presLayoutVars>
      </dgm:prSet>
      <dgm:spPr/>
    </dgm:pt>
    <dgm:pt modelId="{691725E2-2DAE-4F24-977E-434DFB0964A0}" type="pres">
      <dgm:prSet presAssocID="{3403AA87-3541-4A11-904A-82B2BCCA0705}" presName="negativeSpace" presStyleCnt="0"/>
      <dgm:spPr/>
    </dgm:pt>
    <dgm:pt modelId="{1DA5EC39-BB8C-4E58-A879-C44BE00E9D30}" type="pres">
      <dgm:prSet presAssocID="{3403AA87-3541-4A11-904A-82B2BCCA0705}" presName="childText" presStyleLbl="conFgAcc1" presStyleIdx="4" presStyleCnt="6">
        <dgm:presLayoutVars>
          <dgm:bulletEnabled val="1"/>
        </dgm:presLayoutVars>
      </dgm:prSet>
      <dgm:spPr/>
    </dgm:pt>
    <dgm:pt modelId="{C76082C0-6AC0-48F2-9CD9-163321B038D6}" type="pres">
      <dgm:prSet presAssocID="{7F405A0B-8B85-4879-9301-2C3181D46183}" presName="spaceBetweenRectangles" presStyleCnt="0"/>
      <dgm:spPr/>
    </dgm:pt>
    <dgm:pt modelId="{85D2284E-B3E8-490D-AE88-DC36D4021CDF}" type="pres">
      <dgm:prSet presAssocID="{F2268D0F-9BF1-4BBB-8940-61E86E18E1FF}" presName="parentLin" presStyleCnt="0"/>
      <dgm:spPr/>
    </dgm:pt>
    <dgm:pt modelId="{BD0EFDFE-1709-4D72-B02E-04EBE4745D34}" type="pres">
      <dgm:prSet presAssocID="{F2268D0F-9BF1-4BBB-8940-61E86E18E1FF}" presName="parentLeftMargin" presStyleLbl="node1" presStyleIdx="4" presStyleCnt="6"/>
      <dgm:spPr/>
    </dgm:pt>
    <dgm:pt modelId="{6A011297-9E59-496F-87BE-9FE374E77368}" type="pres">
      <dgm:prSet presAssocID="{F2268D0F-9BF1-4BBB-8940-61E86E18E1FF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BF9D1648-5541-4AC1-B5DF-2325334F6488}" type="pres">
      <dgm:prSet presAssocID="{F2268D0F-9BF1-4BBB-8940-61E86E18E1FF}" presName="negativeSpace" presStyleCnt="0"/>
      <dgm:spPr/>
    </dgm:pt>
    <dgm:pt modelId="{C54CB263-7C2F-40BA-8E9E-3079DCBB3EDB}" type="pres">
      <dgm:prSet presAssocID="{F2268D0F-9BF1-4BBB-8940-61E86E18E1FF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E07AD412-FC20-4718-88AC-44C901FEEAE4}" srcId="{F31D282F-DEC3-4A1C-9CDA-8BFCD685D01F}" destId="{93D382A5-9301-42E4-B527-F3F205622907}" srcOrd="2" destOrd="0" parTransId="{411018E8-0E01-4023-B0E8-D799EC6876D0}" sibTransId="{DC379EB0-9918-46BB-9C84-03280DE1E5D8}"/>
    <dgm:cxn modelId="{E33EFC1B-9F14-43A7-8DD4-4D3015FC9B23}" type="presOf" srcId="{93D382A5-9301-42E4-B527-F3F205622907}" destId="{1F069B81-AD16-4CAB-B99C-434F0C49F836}" srcOrd="1" destOrd="0" presId="urn:microsoft.com/office/officeart/2005/8/layout/list1"/>
    <dgm:cxn modelId="{E337B86E-9600-4A45-8E00-803C133170F3}" type="presOf" srcId="{57635D21-4B6E-42E5-97D8-CB6F40D0C3DF}" destId="{D9E12C25-AB42-4D5C-A598-33A6297955A5}" srcOrd="0" destOrd="0" presId="urn:microsoft.com/office/officeart/2005/8/layout/list1"/>
    <dgm:cxn modelId="{679E6E82-0570-4C62-9DE6-2F1D04E88546}" type="presOf" srcId="{93D382A5-9301-42E4-B527-F3F205622907}" destId="{D10F2180-08AB-41CF-AF9F-90E72A93E18C}" srcOrd="0" destOrd="0" presId="urn:microsoft.com/office/officeart/2005/8/layout/list1"/>
    <dgm:cxn modelId="{CD9EE78A-1281-44A6-8192-753F4C908D1E}" type="presOf" srcId="{3403AA87-3541-4A11-904A-82B2BCCA0705}" destId="{C53AB94B-741E-45E0-BABA-86CBB75377D6}" srcOrd="1" destOrd="0" presId="urn:microsoft.com/office/officeart/2005/8/layout/list1"/>
    <dgm:cxn modelId="{2A6C668F-A8DB-4F16-ADF3-4EF525F6481A}" type="presOf" srcId="{57635D21-4B6E-42E5-97D8-CB6F40D0C3DF}" destId="{BD423825-D8D9-4C35-A801-096911073773}" srcOrd="1" destOrd="0" presId="urn:microsoft.com/office/officeart/2005/8/layout/list1"/>
    <dgm:cxn modelId="{D373DC9A-4657-4981-AD46-1FD9C7D8553B}" type="presOf" srcId="{F31D282F-DEC3-4A1C-9CDA-8BFCD685D01F}" destId="{E51CE811-26C1-44CA-88BB-545E62798884}" srcOrd="0" destOrd="0" presId="urn:microsoft.com/office/officeart/2005/8/layout/list1"/>
    <dgm:cxn modelId="{4522E79B-D728-4746-BBA7-1AE1ECC8C5A5}" type="presOf" srcId="{6904F4A0-4918-4A9C-A6C3-0A22FA734ADD}" destId="{D23504E2-55BF-491C-94A7-FBE8415B12B5}" srcOrd="0" destOrd="0" presId="urn:microsoft.com/office/officeart/2005/8/layout/list1"/>
    <dgm:cxn modelId="{41FFC39D-2662-4BDE-8853-0D10EEB1E913}" type="presOf" srcId="{F2268D0F-9BF1-4BBB-8940-61E86E18E1FF}" destId="{BD0EFDFE-1709-4D72-B02E-04EBE4745D34}" srcOrd="0" destOrd="0" presId="urn:microsoft.com/office/officeart/2005/8/layout/list1"/>
    <dgm:cxn modelId="{281067A8-C154-4F04-85AD-6AAE7DA5DDFE}" type="presOf" srcId="{89F80F79-DBBF-4B52-A770-D7EBDB29B8C0}" destId="{08C59C5F-2348-4908-9769-91589313BFD1}" srcOrd="0" destOrd="0" presId="urn:microsoft.com/office/officeart/2005/8/layout/list1"/>
    <dgm:cxn modelId="{DD2EE3AB-171D-401A-888B-389D69F52ACB}" srcId="{F31D282F-DEC3-4A1C-9CDA-8BFCD685D01F}" destId="{57635D21-4B6E-42E5-97D8-CB6F40D0C3DF}" srcOrd="3" destOrd="0" parTransId="{27E60AD4-DBEB-4952-A532-1C98E36E27E1}" sibTransId="{1F6706EF-0FD5-4045-9806-91FF5AAF4288}"/>
    <dgm:cxn modelId="{E28DC7AC-C9FE-41AA-BFCF-B18119E45D2F}" type="presOf" srcId="{3403AA87-3541-4A11-904A-82B2BCCA0705}" destId="{C7A17A39-ABE9-440F-A1CC-DA14067A6658}" srcOrd="0" destOrd="0" presId="urn:microsoft.com/office/officeart/2005/8/layout/list1"/>
    <dgm:cxn modelId="{C36C5DB0-F03E-4ACE-91B7-EAEA628E0EB0}" srcId="{F31D282F-DEC3-4A1C-9CDA-8BFCD685D01F}" destId="{6904F4A0-4918-4A9C-A6C3-0A22FA734ADD}" srcOrd="1" destOrd="0" parTransId="{8A23C06B-B821-4173-8C00-C53209AF9B33}" sibTransId="{1471AED4-622C-411A-B368-4BC8CE7828E1}"/>
    <dgm:cxn modelId="{086B73B4-2CCA-4C9F-8330-68F184FAB37F}" srcId="{F31D282F-DEC3-4A1C-9CDA-8BFCD685D01F}" destId="{F2268D0F-9BF1-4BBB-8940-61E86E18E1FF}" srcOrd="5" destOrd="0" parTransId="{3C4E142D-33A8-43A1-AB62-CC46A9F4F989}" sibTransId="{ADD484C7-E18E-442A-B64C-4CC78FFFFE91}"/>
    <dgm:cxn modelId="{5D85CBC2-402F-4670-8B30-0285D90BFBCA}" srcId="{F31D282F-DEC3-4A1C-9CDA-8BFCD685D01F}" destId="{89F80F79-DBBF-4B52-A770-D7EBDB29B8C0}" srcOrd="0" destOrd="0" parTransId="{963CD44C-CB6A-4B9E-AF55-DE371E7B42F5}" sibTransId="{AED827AD-84CC-41ED-96EE-B5CDCA4B334F}"/>
    <dgm:cxn modelId="{0E221BC8-4AE0-4B34-9E23-4EE5F291CD1D}" srcId="{F31D282F-DEC3-4A1C-9CDA-8BFCD685D01F}" destId="{3403AA87-3541-4A11-904A-82B2BCCA0705}" srcOrd="4" destOrd="0" parTransId="{5558949A-3A14-45D0-A1F7-9AA6064FA2D5}" sibTransId="{7F405A0B-8B85-4879-9301-2C3181D46183}"/>
    <dgm:cxn modelId="{9E555DDC-47A8-4187-B0CD-65BB9F289358}" type="presOf" srcId="{89F80F79-DBBF-4B52-A770-D7EBDB29B8C0}" destId="{0E550621-DEBE-4E6B-9075-ECDDF4B73A09}" srcOrd="1" destOrd="0" presId="urn:microsoft.com/office/officeart/2005/8/layout/list1"/>
    <dgm:cxn modelId="{964F97E1-7E9B-479D-A6B0-538AD550E612}" type="presOf" srcId="{F2268D0F-9BF1-4BBB-8940-61E86E18E1FF}" destId="{6A011297-9E59-496F-87BE-9FE374E77368}" srcOrd="1" destOrd="0" presId="urn:microsoft.com/office/officeart/2005/8/layout/list1"/>
    <dgm:cxn modelId="{2CC1B7F9-068B-403C-BBBA-D3F1072D6BF1}" type="presOf" srcId="{6904F4A0-4918-4A9C-A6C3-0A22FA734ADD}" destId="{E0C1628B-EA6E-4515-A75A-B02B0226AE67}" srcOrd="1" destOrd="0" presId="urn:microsoft.com/office/officeart/2005/8/layout/list1"/>
    <dgm:cxn modelId="{D131CED0-E233-494D-8F48-05DBAC9BC265}" type="presParOf" srcId="{E51CE811-26C1-44CA-88BB-545E62798884}" destId="{2B33F4BD-8740-44D9-A4A4-9F4FD9D6A1CB}" srcOrd="0" destOrd="0" presId="urn:microsoft.com/office/officeart/2005/8/layout/list1"/>
    <dgm:cxn modelId="{B396B8CD-6857-4AE5-87D8-28292141FEAB}" type="presParOf" srcId="{2B33F4BD-8740-44D9-A4A4-9F4FD9D6A1CB}" destId="{08C59C5F-2348-4908-9769-91589313BFD1}" srcOrd="0" destOrd="0" presId="urn:microsoft.com/office/officeart/2005/8/layout/list1"/>
    <dgm:cxn modelId="{5FCED2EF-58C9-4AD6-AEB4-DB8D41FDAAF3}" type="presParOf" srcId="{2B33F4BD-8740-44D9-A4A4-9F4FD9D6A1CB}" destId="{0E550621-DEBE-4E6B-9075-ECDDF4B73A09}" srcOrd="1" destOrd="0" presId="urn:microsoft.com/office/officeart/2005/8/layout/list1"/>
    <dgm:cxn modelId="{91A208ED-7C1B-4A4B-9317-667C47714729}" type="presParOf" srcId="{E51CE811-26C1-44CA-88BB-545E62798884}" destId="{01670F25-54D7-47D5-ADC6-8909DE39829B}" srcOrd="1" destOrd="0" presId="urn:microsoft.com/office/officeart/2005/8/layout/list1"/>
    <dgm:cxn modelId="{F8F7F391-46DA-4AC0-8B54-B4484C3ACFF1}" type="presParOf" srcId="{E51CE811-26C1-44CA-88BB-545E62798884}" destId="{F81586B5-7E3C-442E-84B8-49898F95C068}" srcOrd="2" destOrd="0" presId="urn:microsoft.com/office/officeart/2005/8/layout/list1"/>
    <dgm:cxn modelId="{CDF13A9B-C640-4DFE-9FAB-53A0A46AB4F9}" type="presParOf" srcId="{E51CE811-26C1-44CA-88BB-545E62798884}" destId="{E15C7DF4-0891-4C61-9028-1826AE350071}" srcOrd="3" destOrd="0" presId="urn:microsoft.com/office/officeart/2005/8/layout/list1"/>
    <dgm:cxn modelId="{8D51B360-4599-4E36-9B27-B211AEBAEFAB}" type="presParOf" srcId="{E51CE811-26C1-44CA-88BB-545E62798884}" destId="{755D0E99-6853-4EE3-8718-DEAFFDE35CBF}" srcOrd="4" destOrd="0" presId="urn:microsoft.com/office/officeart/2005/8/layout/list1"/>
    <dgm:cxn modelId="{6F7DD541-32C8-4894-8473-76CEF31357E5}" type="presParOf" srcId="{755D0E99-6853-4EE3-8718-DEAFFDE35CBF}" destId="{D23504E2-55BF-491C-94A7-FBE8415B12B5}" srcOrd="0" destOrd="0" presId="urn:microsoft.com/office/officeart/2005/8/layout/list1"/>
    <dgm:cxn modelId="{EC9CC418-BC7C-4FAA-8C6D-DE844111F3C4}" type="presParOf" srcId="{755D0E99-6853-4EE3-8718-DEAFFDE35CBF}" destId="{E0C1628B-EA6E-4515-A75A-B02B0226AE67}" srcOrd="1" destOrd="0" presId="urn:microsoft.com/office/officeart/2005/8/layout/list1"/>
    <dgm:cxn modelId="{650700F0-CCE9-4637-9F58-DB4F15A0C013}" type="presParOf" srcId="{E51CE811-26C1-44CA-88BB-545E62798884}" destId="{13D6CA37-5772-4C6D-A1AA-FD46BB1695D9}" srcOrd="5" destOrd="0" presId="urn:microsoft.com/office/officeart/2005/8/layout/list1"/>
    <dgm:cxn modelId="{52006F5C-E596-492D-B7E6-604631F175B1}" type="presParOf" srcId="{E51CE811-26C1-44CA-88BB-545E62798884}" destId="{7B9B8788-C2C6-45A7-B110-F3F3D0147834}" srcOrd="6" destOrd="0" presId="urn:microsoft.com/office/officeart/2005/8/layout/list1"/>
    <dgm:cxn modelId="{97A4CB58-0B94-4FEB-BA6A-4BC862004467}" type="presParOf" srcId="{E51CE811-26C1-44CA-88BB-545E62798884}" destId="{8E7997B3-FDBC-484E-BAD8-A3729E568CB3}" srcOrd="7" destOrd="0" presId="urn:microsoft.com/office/officeart/2005/8/layout/list1"/>
    <dgm:cxn modelId="{096A49C0-98A8-45F6-9940-4D513344C76E}" type="presParOf" srcId="{E51CE811-26C1-44CA-88BB-545E62798884}" destId="{30D83649-C413-4C4E-8B07-DC4276EFBF76}" srcOrd="8" destOrd="0" presId="urn:microsoft.com/office/officeart/2005/8/layout/list1"/>
    <dgm:cxn modelId="{BB16E61F-F70D-4352-BED7-3CF983A14690}" type="presParOf" srcId="{30D83649-C413-4C4E-8B07-DC4276EFBF76}" destId="{D10F2180-08AB-41CF-AF9F-90E72A93E18C}" srcOrd="0" destOrd="0" presId="urn:microsoft.com/office/officeart/2005/8/layout/list1"/>
    <dgm:cxn modelId="{1712418B-656F-453A-B1A8-59241DA0D34C}" type="presParOf" srcId="{30D83649-C413-4C4E-8B07-DC4276EFBF76}" destId="{1F069B81-AD16-4CAB-B99C-434F0C49F836}" srcOrd="1" destOrd="0" presId="urn:microsoft.com/office/officeart/2005/8/layout/list1"/>
    <dgm:cxn modelId="{D863F61D-B7B5-42DC-9EC8-240C21F9A6D9}" type="presParOf" srcId="{E51CE811-26C1-44CA-88BB-545E62798884}" destId="{1F86BD57-8A1E-44D3-B76D-48656DBEFCF2}" srcOrd="9" destOrd="0" presId="urn:microsoft.com/office/officeart/2005/8/layout/list1"/>
    <dgm:cxn modelId="{2D36911C-F765-4CE3-8F10-A6FB351098D2}" type="presParOf" srcId="{E51CE811-26C1-44CA-88BB-545E62798884}" destId="{A973F5F3-16AD-4220-8D85-BD2D62E59A5E}" srcOrd="10" destOrd="0" presId="urn:microsoft.com/office/officeart/2005/8/layout/list1"/>
    <dgm:cxn modelId="{605464E9-55D7-46C4-B1A9-4726FA4CB757}" type="presParOf" srcId="{E51CE811-26C1-44CA-88BB-545E62798884}" destId="{640BD505-9CE8-41EC-ADF0-042E9F32ADBF}" srcOrd="11" destOrd="0" presId="urn:microsoft.com/office/officeart/2005/8/layout/list1"/>
    <dgm:cxn modelId="{B9920103-C7DC-4B23-937C-62B019339E50}" type="presParOf" srcId="{E51CE811-26C1-44CA-88BB-545E62798884}" destId="{5ACCF16E-9767-4E45-A878-7A99DEF70582}" srcOrd="12" destOrd="0" presId="urn:microsoft.com/office/officeart/2005/8/layout/list1"/>
    <dgm:cxn modelId="{25884CE3-410E-4334-A3D8-A3ED6C152140}" type="presParOf" srcId="{5ACCF16E-9767-4E45-A878-7A99DEF70582}" destId="{D9E12C25-AB42-4D5C-A598-33A6297955A5}" srcOrd="0" destOrd="0" presId="urn:microsoft.com/office/officeart/2005/8/layout/list1"/>
    <dgm:cxn modelId="{680E545A-4906-400A-BCE6-F34196BAC278}" type="presParOf" srcId="{5ACCF16E-9767-4E45-A878-7A99DEF70582}" destId="{BD423825-D8D9-4C35-A801-096911073773}" srcOrd="1" destOrd="0" presId="urn:microsoft.com/office/officeart/2005/8/layout/list1"/>
    <dgm:cxn modelId="{A8F60005-1319-4F63-9A91-C04CD6BB34D3}" type="presParOf" srcId="{E51CE811-26C1-44CA-88BB-545E62798884}" destId="{D3FF1164-89FB-4B33-8F50-26FBD4836A72}" srcOrd="13" destOrd="0" presId="urn:microsoft.com/office/officeart/2005/8/layout/list1"/>
    <dgm:cxn modelId="{839CA472-C2B0-4C05-B23E-B3B68127E354}" type="presParOf" srcId="{E51CE811-26C1-44CA-88BB-545E62798884}" destId="{B27EACC4-54F0-4CD6-9605-8B485D61D01D}" srcOrd="14" destOrd="0" presId="urn:microsoft.com/office/officeart/2005/8/layout/list1"/>
    <dgm:cxn modelId="{F04E55EB-C718-4668-939D-4E57D2E09022}" type="presParOf" srcId="{E51CE811-26C1-44CA-88BB-545E62798884}" destId="{49F03613-1D84-40D5-AFA1-01B7265E5CF2}" srcOrd="15" destOrd="0" presId="urn:microsoft.com/office/officeart/2005/8/layout/list1"/>
    <dgm:cxn modelId="{2DD1720C-1080-4FBE-96C5-B6FBB47B961C}" type="presParOf" srcId="{E51CE811-26C1-44CA-88BB-545E62798884}" destId="{76BE1F1E-E9D2-49EE-A964-084BA4464844}" srcOrd="16" destOrd="0" presId="urn:microsoft.com/office/officeart/2005/8/layout/list1"/>
    <dgm:cxn modelId="{90A8BD2F-73B3-4E71-AD62-6CDB50F549A0}" type="presParOf" srcId="{76BE1F1E-E9D2-49EE-A964-084BA4464844}" destId="{C7A17A39-ABE9-440F-A1CC-DA14067A6658}" srcOrd="0" destOrd="0" presId="urn:microsoft.com/office/officeart/2005/8/layout/list1"/>
    <dgm:cxn modelId="{F758F51F-C022-447C-83CB-C123E31B7D99}" type="presParOf" srcId="{76BE1F1E-E9D2-49EE-A964-084BA4464844}" destId="{C53AB94B-741E-45E0-BABA-86CBB75377D6}" srcOrd="1" destOrd="0" presId="urn:microsoft.com/office/officeart/2005/8/layout/list1"/>
    <dgm:cxn modelId="{ECDCD59E-81D1-4336-9956-752B6B4B70FA}" type="presParOf" srcId="{E51CE811-26C1-44CA-88BB-545E62798884}" destId="{691725E2-2DAE-4F24-977E-434DFB0964A0}" srcOrd="17" destOrd="0" presId="urn:microsoft.com/office/officeart/2005/8/layout/list1"/>
    <dgm:cxn modelId="{A75B23E0-C838-4FDF-BE0C-201D4A3DC46D}" type="presParOf" srcId="{E51CE811-26C1-44CA-88BB-545E62798884}" destId="{1DA5EC39-BB8C-4E58-A879-C44BE00E9D30}" srcOrd="18" destOrd="0" presId="urn:microsoft.com/office/officeart/2005/8/layout/list1"/>
    <dgm:cxn modelId="{F38E5BAC-A1C0-42B1-870C-2ED24162CA45}" type="presParOf" srcId="{E51CE811-26C1-44CA-88BB-545E62798884}" destId="{C76082C0-6AC0-48F2-9CD9-163321B038D6}" srcOrd="19" destOrd="0" presId="urn:microsoft.com/office/officeart/2005/8/layout/list1"/>
    <dgm:cxn modelId="{6D3D8AC2-C8FB-44D4-9E0C-5F884D6C2A8C}" type="presParOf" srcId="{E51CE811-26C1-44CA-88BB-545E62798884}" destId="{85D2284E-B3E8-490D-AE88-DC36D4021CDF}" srcOrd="20" destOrd="0" presId="urn:microsoft.com/office/officeart/2005/8/layout/list1"/>
    <dgm:cxn modelId="{1DB19038-22E7-4D6F-B796-23EC440AA584}" type="presParOf" srcId="{85D2284E-B3E8-490D-AE88-DC36D4021CDF}" destId="{BD0EFDFE-1709-4D72-B02E-04EBE4745D34}" srcOrd="0" destOrd="0" presId="urn:microsoft.com/office/officeart/2005/8/layout/list1"/>
    <dgm:cxn modelId="{17CF590E-807E-4600-A7DA-4F1AD2E3A833}" type="presParOf" srcId="{85D2284E-B3E8-490D-AE88-DC36D4021CDF}" destId="{6A011297-9E59-496F-87BE-9FE374E77368}" srcOrd="1" destOrd="0" presId="urn:microsoft.com/office/officeart/2005/8/layout/list1"/>
    <dgm:cxn modelId="{69FBE6E2-9CE6-4E4A-9259-70209C5CD0A0}" type="presParOf" srcId="{E51CE811-26C1-44CA-88BB-545E62798884}" destId="{BF9D1648-5541-4AC1-B5DF-2325334F6488}" srcOrd="21" destOrd="0" presId="urn:microsoft.com/office/officeart/2005/8/layout/list1"/>
    <dgm:cxn modelId="{D3C9DBBF-72DE-43A8-9CF7-5A7F9B50A593}" type="presParOf" srcId="{E51CE811-26C1-44CA-88BB-545E62798884}" destId="{C54CB263-7C2F-40BA-8E9E-3079DCBB3EDB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1D282F-DEC3-4A1C-9CDA-8BFCD685D01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F80F79-DBBF-4B52-A770-D7EBDB29B8C0}">
      <dgm:prSet phldrT="[Text]" custT="1"/>
      <dgm:spPr/>
      <dgm:t>
        <a:bodyPr/>
        <a:lstStyle/>
        <a:p>
          <a:r>
            <a:rPr lang="en-IN" sz="1600" b="0" dirty="0">
              <a:solidFill>
                <a:schemeClr val="tx1"/>
              </a:solidFill>
            </a:rPr>
            <a:t>Enhanced Authentication and Identity Management</a:t>
          </a:r>
          <a:endParaRPr lang="en-IN" sz="1600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63CD44C-CB6A-4B9E-AF55-DE371E7B42F5}" type="parTrans" cxnId="{5D85CBC2-402F-4670-8B30-0285D90BFBCA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D827AD-84CC-41ED-96EE-B5CDCA4B334F}" type="sibTrans" cxnId="{5D85CBC2-402F-4670-8B30-0285D90BFBCA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04F4A0-4918-4A9C-A6C3-0A22FA734ADD}">
      <dgm:prSet custT="1"/>
      <dgm:spPr/>
      <dgm:t>
        <a:bodyPr/>
        <a:lstStyle/>
        <a:p>
          <a:pPr>
            <a:buNone/>
          </a:pPr>
          <a:r>
            <a:rPr lang="en-IN" sz="1600" b="0" dirty="0">
              <a:solidFill>
                <a:schemeClr val="tx1"/>
              </a:solidFill>
            </a:rPr>
            <a:t>Off-Chain Data Management</a:t>
          </a:r>
          <a:endParaRPr lang="en-IN" sz="1600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A23C06B-B821-4173-8C00-C53209AF9B33}" type="parTrans" cxnId="{C36C5DB0-F03E-4ACE-91B7-EAEA628E0EB0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71AED4-622C-411A-B368-4BC8CE7828E1}" type="sibTrans" cxnId="{C36C5DB0-F03E-4ACE-91B7-EAEA628E0EB0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D382A5-9301-42E4-B527-F3F205622907}">
      <dgm:prSet custT="1"/>
      <dgm:spPr/>
      <dgm:t>
        <a:bodyPr/>
        <a:lstStyle/>
        <a:p>
          <a:pPr>
            <a:buNone/>
          </a:pPr>
          <a:r>
            <a:rPr lang="en-IN" sz="1600" b="0" dirty="0">
              <a:solidFill>
                <a:schemeClr val="tx1"/>
              </a:solidFill>
            </a:rPr>
            <a:t>Modular Smart Contract Design</a:t>
          </a:r>
          <a:endParaRPr lang="en-IN" sz="1600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1018E8-0E01-4023-B0E8-D799EC6876D0}" type="parTrans" cxnId="{E07AD412-FC20-4718-88AC-44C901FEEAE4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379EB0-9918-46BB-9C84-03280DE1E5D8}" type="sibTrans" cxnId="{E07AD412-FC20-4718-88AC-44C901FEEAE4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635D21-4B6E-42E5-97D8-CB6F40D0C3DF}">
      <dgm:prSet custT="1"/>
      <dgm:spPr/>
      <dgm:t>
        <a:bodyPr/>
        <a:lstStyle/>
        <a:p>
          <a:pPr>
            <a:buNone/>
          </a:pPr>
          <a:r>
            <a:rPr lang="en-IN" sz="1600" b="0" dirty="0">
              <a:solidFill>
                <a:schemeClr val="tx1"/>
              </a:solidFill>
            </a:rPr>
            <a:t>Frontend Modernization</a:t>
          </a:r>
          <a:endParaRPr lang="en-IN" sz="1600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E60AD4-DBEB-4952-A532-1C98E36E27E1}" type="parTrans" cxnId="{DD2EE3AB-171D-401A-888B-389D69F52ACB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F6706EF-0FD5-4045-9806-91FF5AAF4288}" type="sibTrans" cxnId="{DD2EE3AB-171D-401A-888B-389D69F52ACB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03AA87-3541-4A11-904A-82B2BCCA0705}">
      <dgm:prSet custT="1"/>
      <dgm:spPr/>
      <dgm:t>
        <a:bodyPr/>
        <a:lstStyle/>
        <a:p>
          <a:pPr>
            <a:buNone/>
          </a:pPr>
          <a:r>
            <a:rPr lang="en-IN" sz="1600" b="0" dirty="0">
              <a:solidFill>
                <a:schemeClr val="tx1"/>
              </a:solidFill>
            </a:rPr>
            <a:t>Smart Contract Testing and Security</a:t>
          </a:r>
          <a:endParaRPr lang="en-IN" sz="1600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58949A-3A14-45D0-A1F7-9AA6064FA2D5}" type="parTrans" cxnId="{0E221BC8-4AE0-4B34-9E23-4EE5F291CD1D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405A0B-8B85-4879-9301-2C3181D46183}" type="sibTrans" cxnId="{0E221BC8-4AE0-4B34-9E23-4EE5F291CD1D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2268D0F-9BF1-4BBB-8940-61E86E18E1FF}">
      <dgm:prSet custT="1"/>
      <dgm:spPr/>
      <dgm:t>
        <a:bodyPr/>
        <a:lstStyle/>
        <a:p>
          <a:pPr>
            <a:buNone/>
          </a:pPr>
          <a:r>
            <a:rPr lang="en-IN" sz="1600" b="0" dirty="0">
              <a:solidFill>
                <a:schemeClr val="tx1"/>
              </a:solidFill>
            </a:rPr>
            <a:t>Multi-Chain and Interoperability Support</a:t>
          </a:r>
          <a:endParaRPr lang="en-IN" sz="1600" b="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C4E142D-33A8-43A1-AB62-CC46A9F4F989}" type="parTrans" cxnId="{086B73B4-2CCA-4C9F-8330-68F184FAB37F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DD484C7-E18E-442A-B64C-4CC78FFFFE91}" type="sibTrans" cxnId="{086B73B4-2CCA-4C9F-8330-68F184FAB37F}">
      <dgm:prSet/>
      <dgm:spPr/>
      <dgm:t>
        <a:bodyPr/>
        <a:lstStyle/>
        <a:p>
          <a:endParaRPr lang="en-IN" sz="1600" b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1CE811-26C1-44CA-88BB-545E62798884}" type="pres">
      <dgm:prSet presAssocID="{F31D282F-DEC3-4A1C-9CDA-8BFCD685D01F}" presName="linear" presStyleCnt="0">
        <dgm:presLayoutVars>
          <dgm:dir/>
          <dgm:animLvl val="lvl"/>
          <dgm:resizeHandles val="exact"/>
        </dgm:presLayoutVars>
      </dgm:prSet>
      <dgm:spPr/>
    </dgm:pt>
    <dgm:pt modelId="{2B33F4BD-8740-44D9-A4A4-9F4FD9D6A1CB}" type="pres">
      <dgm:prSet presAssocID="{89F80F79-DBBF-4B52-A770-D7EBDB29B8C0}" presName="parentLin" presStyleCnt="0"/>
      <dgm:spPr/>
    </dgm:pt>
    <dgm:pt modelId="{08C59C5F-2348-4908-9769-91589313BFD1}" type="pres">
      <dgm:prSet presAssocID="{89F80F79-DBBF-4B52-A770-D7EBDB29B8C0}" presName="parentLeftMargin" presStyleLbl="node1" presStyleIdx="0" presStyleCnt="6"/>
      <dgm:spPr/>
    </dgm:pt>
    <dgm:pt modelId="{0E550621-DEBE-4E6B-9075-ECDDF4B73A09}" type="pres">
      <dgm:prSet presAssocID="{89F80F79-DBBF-4B52-A770-D7EBDB29B8C0}" presName="parentText" presStyleLbl="node1" presStyleIdx="0" presStyleCnt="6" custScaleX="102324">
        <dgm:presLayoutVars>
          <dgm:chMax val="0"/>
          <dgm:bulletEnabled val="1"/>
        </dgm:presLayoutVars>
      </dgm:prSet>
      <dgm:spPr/>
    </dgm:pt>
    <dgm:pt modelId="{01670F25-54D7-47D5-ADC6-8909DE39829B}" type="pres">
      <dgm:prSet presAssocID="{89F80F79-DBBF-4B52-A770-D7EBDB29B8C0}" presName="negativeSpace" presStyleCnt="0"/>
      <dgm:spPr/>
    </dgm:pt>
    <dgm:pt modelId="{F81586B5-7E3C-442E-84B8-49898F95C068}" type="pres">
      <dgm:prSet presAssocID="{89F80F79-DBBF-4B52-A770-D7EBDB29B8C0}" presName="childText" presStyleLbl="conFgAcc1" presStyleIdx="0" presStyleCnt="6">
        <dgm:presLayoutVars>
          <dgm:bulletEnabled val="1"/>
        </dgm:presLayoutVars>
      </dgm:prSet>
      <dgm:spPr/>
    </dgm:pt>
    <dgm:pt modelId="{E15C7DF4-0891-4C61-9028-1826AE350071}" type="pres">
      <dgm:prSet presAssocID="{AED827AD-84CC-41ED-96EE-B5CDCA4B334F}" presName="spaceBetweenRectangles" presStyleCnt="0"/>
      <dgm:spPr/>
    </dgm:pt>
    <dgm:pt modelId="{755D0E99-6853-4EE3-8718-DEAFFDE35CBF}" type="pres">
      <dgm:prSet presAssocID="{6904F4A0-4918-4A9C-A6C3-0A22FA734ADD}" presName="parentLin" presStyleCnt="0"/>
      <dgm:spPr/>
    </dgm:pt>
    <dgm:pt modelId="{D23504E2-55BF-491C-94A7-FBE8415B12B5}" type="pres">
      <dgm:prSet presAssocID="{6904F4A0-4918-4A9C-A6C3-0A22FA734ADD}" presName="parentLeftMargin" presStyleLbl="node1" presStyleIdx="0" presStyleCnt="6"/>
      <dgm:spPr/>
    </dgm:pt>
    <dgm:pt modelId="{E0C1628B-EA6E-4515-A75A-B02B0226AE67}" type="pres">
      <dgm:prSet presAssocID="{6904F4A0-4918-4A9C-A6C3-0A22FA734AD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13D6CA37-5772-4C6D-A1AA-FD46BB1695D9}" type="pres">
      <dgm:prSet presAssocID="{6904F4A0-4918-4A9C-A6C3-0A22FA734ADD}" presName="negativeSpace" presStyleCnt="0"/>
      <dgm:spPr/>
    </dgm:pt>
    <dgm:pt modelId="{7B9B8788-C2C6-45A7-B110-F3F3D0147834}" type="pres">
      <dgm:prSet presAssocID="{6904F4A0-4918-4A9C-A6C3-0A22FA734ADD}" presName="childText" presStyleLbl="conFgAcc1" presStyleIdx="1" presStyleCnt="6">
        <dgm:presLayoutVars>
          <dgm:bulletEnabled val="1"/>
        </dgm:presLayoutVars>
      </dgm:prSet>
      <dgm:spPr/>
    </dgm:pt>
    <dgm:pt modelId="{8E7997B3-FDBC-484E-BAD8-A3729E568CB3}" type="pres">
      <dgm:prSet presAssocID="{1471AED4-622C-411A-B368-4BC8CE7828E1}" presName="spaceBetweenRectangles" presStyleCnt="0"/>
      <dgm:spPr/>
    </dgm:pt>
    <dgm:pt modelId="{30D83649-C413-4C4E-8B07-DC4276EFBF76}" type="pres">
      <dgm:prSet presAssocID="{93D382A5-9301-42E4-B527-F3F205622907}" presName="parentLin" presStyleCnt="0"/>
      <dgm:spPr/>
    </dgm:pt>
    <dgm:pt modelId="{D10F2180-08AB-41CF-AF9F-90E72A93E18C}" type="pres">
      <dgm:prSet presAssocID="{93D382A5-9301-42E4-B527-F3F205622907}" presName="parentLeftMargin" presStyleLbl="node1" presStyleIdx="1" presStyleCnt="6"/>
      <dgm:spPr/>
    </dgm:pt>
    <dgm:pt modelId="{1F069B81-AD16-4CAB-B99C-434F0C49F836}" type="pres">
      <dgm:prSet presAssocID="{93D382A5-9301-42E4-B527-F3F20562290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F86BD57-8A1E-44D3-B76D-48656DBEFCF2}" type="pres">
      <dgm:prSet presAssocID="{93D382A5-9301-42E4-B527-F3F205622907}" presName="negativeSpace" presStyleCnt="0"/>
      <dgm:spPr/>
    </dgm:pt>
    <dgm:pt modelId="{A973F5F3-16AD-4220-8D85-BD2D62E59A5E}" type="pres">
      <dgm:prSet presAssocID="{93D382A5-9301-42E4-B527-F3F205622907}" presName="childText" presStyleLbl="conFgAcc1" presStyleIdx="2" presStyleCnt="6">
        <dgm:presLayoutVars>
          <dgm:bulletEnabled val="1"/>
        </dgm:presLayoutVars>
      </dgm:prSet>
      <dgm:spPr/>
    </dgm:pt>
    <dgm:pt modelId="{640BD505-9CE8-41EC-ADF0-042E9F32ADBF}" type="pres">
      <dgm:prSet presAssocID="{DC379EB0-9918-46BB-9C84-03280DE1E5D8}" presName="spaceBetweenRectangles" presStyleCnt="0"/>
      <dgm:spPr/>
    </dgm:pt>
    <dgm:pt modelId="{5ACCF16E-9767-4E45-A878-7A99DEF70582}" type="pres">
      <dgm:prSet presAssocID="{57635D21-4B6E-42E5-97D8-CB6F40D0C3DF}" presName="parentLin" presStyleCnt="0"/>
      <dgm:spPr/>
    </dgm:pt>
    <dgm:pt modelId="{D9E12C25-AB42-4D5C-A598-33A6297955A5}" type="pres">
      <dgm:prSet presAssocID="{57635D21-4B6E-42E5-97D8-CB6F40D0C3DF}" presName="parentLeftMargin" presStyleLbl="node1" presStyleIdx="2" presStyleCnt="6"/>
      <dgm:spPr/>
    </dgm:pt>
    <dgm:pt modelId="{BD423825-D8D9-4C35-A801-096911073773}" type="pres">
      <dgm:prSet presAssocID="{57635D21-4B6E-42E5-97D8-CB6F40D0C3DF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3FF1164-89FB-4B33-8F50-26FBD4836A72}" type="pres">
      <dgm:prSet presAssocID="{57635D21-4B6E-42E5-97D8-CB6F40D0C3DF}" presName="negativeSpace" presStyleCnt="0"/>
      <dgm:spPr/>
    </dgm:pt>
    <dgm:pt modelId="{B27EACC4-54F0-4CD6-9605-8B485D61D01D}" type="pres">
      <dgm:prSet presAssocID="{57635D21-4B6E-42E5-97D8-CB6F40D0C3DF}" presName="childText" presStyleLbl="conFgAcc1" presStyleIdx="3" presStyleCnt="6">
        <dgm:presLayoutVars>
          <dgm:bulletEnabled val="1"/>
        </dgm:presLayoutVars>
      </dgm:prSet>
      <dgm:spPr/>
    </dgm:pt>
    <dgm:pt modelId="{49F03613-1D84-40D5-AFA1-01B7265E5CF2}" type="pres">
      <dgm:prSet presAssocID="{1F6706EF-0FD5-4045-9806-91FF5AAF4288}" presName="spaceBetweenRectangles" presStyleCnt="0"/>
      <dgm:spPr/>
    </dgm:pt>
    <dgm:pt modelId="{76BE1F1E-E9D2-49EE-A964-084BA4464844}" type="pres">
      <dgm:prSet presAssocID="{3403AA87-3541-4A11-904A-82B2BCCA0705}" presName="parentLin" presStyleCnt="0"/>
      <dgm:spPr/>
    </dgm:pt>
    <dgm:pt modelId="{C7A17A39-ABE9-440F-A1CC-DA14067A6658}" type="pres">
      <dgm:prSet presAssocID="{3403AA87-3541-4A11-904A-82B2BCCA0705}" presName="parentLeftMargin" presStyleLbl="node1" presStyleIdx="3" presStyleCnt="6"/>
      <dgm:spPr/>
    </dgm:pt>
    <dgm:pt modelId="{C53AB94B-741E-45E0-BABA-86CBB75377D6}" type="pres">
      <dgm:prSet presAssocID="{3403AA87-3541-4A11-904A-82B2BCCA0705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91725E2-2DAE-4F24-977E-434DFB0964A0}" type="pres">
      <dgm:prSet presAssocID="{3403AA87-3541-4A11-904A-82B2BCCA0705}" presName="negativeSpace" presStyleCnt="0"/>
      <dgm:spPr/>
    </dgm:pt>
    <dgm:pt modelId="{1DA5EC39-BB8C-4E58-A879-C44BE00E9D30}" type="pres">
      <dgm:prSet presAssocID="{3403AA87-3541-4A11-904A-82B2BCCA0705}" presName="childText" presStyleLbl="conFgAcc1" presStyleIdx="4" presStyleCnt="6">
        <dgm:presLayoutVars>
          <dgm:bulletEnabled val="1"/>
        </dgm:presLayoutVars>
      </dgm:prSet>
      <dgm:spPr/>
    </dgm:pt>
    <dgm:pt modelId="{C76082C0-6AC0-48F2-9CD9-163321B038D6}" type="pres">
      <dgm:prSet presAssocID="{7F405A0B-8B85-4879-9301-2C3181D46183}" presName="spaceBetweenRectangles" presStyleCnt="0"/>
      <dgm:spPr/>
    </dgm:pt>
    <dgm:pt modelId="{85D2284E-B3E8-490D-AE88-DC36D4021CDF}" type="pres">
      <dgm:prSet presAssocID="{F2268D0F-9BF1-4BBB-8940-61E86E18E1FF}" presName="parentLin" presStyleCnt="0"/>
      <dgm:spPr/>
    </dgm:pt>
    <dgm:pt modelId="{BD0EFDFE-1709-4D72-B02E-04EBE4745D34}" type="pres">
      <dgm:prSet presAssocID="{F2268D0F-9BF1-4BBB-8940-61E86E18E1FF}" presName="parentLeftMargin" presStyleLbl="node1" presStyleIdx="4" presStyleCnt="6"/>
      <dgm:spPr/>
    </dgm:pt>
    <dgm:pt modelId="{6A011297-9E59-496F-87BE-9FE374E77368}" type="pres">
      <dgm:prSet presAssocID="{F2268D0F-9BF1-4BBB-8940-61E86E18E1FF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BF9D1648-5541-4AC1-B5DF-2325334F6488}" type="pres">
      <dgm:prSet presAssocID="{F2268D0F-9BF1-4BBB-8940-61E86E18E1FF}" presName="negativeSpace" presStyleCnt="0"/>
      <dgm:spPr/>
    </dgm:pt>
    <dgm:pt modelId="{C54CB263-7C2F-40BA-8E9E-3079DCBB3EDB}" type="pres">
      <dgm:prSet presAssocID="{F2268D0F-9BF1-4BBB-8940-61E86E18E1FF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E07AD412-FC20-4718-88AC-44C901FEEAE4}" srcId="{F31D282F-DEC3-4A1C-9CDA-8BFCD685D01F}" destId="{93D382A5-9301-42E4-B527-F3F205622907}" srcOrd="2" destOrd="0" parTransId="{411018E8-0E01-4023-B0E8-D799EC6876D0}" sibTransId="{DC379EB0-9918-46BB-9C84-03280DE1E5D8}"/>
    <dgm:cxn modelId="{E33EFC1B-9F14-43A7-8DD4-4D3015FC9B23}" type="presOf" srcId="{93D382A5-9301-42E4-B527-F3F205622907}" destId="{1F069B81-AD16-4CAB-B99C-434F0C49F836}" srcOrd="1" destOrd="0" presId="urn:microsoft.com/office/officeart/2005/8/layout/list1"/>
    <dgm:cxn modelId="{E337B86E-9600-4A45-8E00-803C133170F3}" type="presOf" srcId="{57635D21-4B6E-42E5-97D8-CB6F40D0C3DF}" destId="{D9E12C25-AB42-4D5C-A598-33A6297955A5}" srcOrd="0" destOrd="0" presId="urn:microsoft.com/office/officeart/2005/8/layout/list1"/>
    <dgm:cxn modelId="{679E6E82-0570-4C62-9DE6-2F1D04E88546}" type="presOf" srcId="{93D382A5-9301-42E4-B527-F3F205622907}" destId="{D10F2180-08AB-41CF-AF9F-90E72A93E18C}" srcOrd="0" destOrd="0" presId="urn:microsoft.com/office/officeart/2005/8/layout/list1"/>
    <dgm:cxn modelId="{CD9EE78A-1281-44A6-8192-753F4C908D1E}" type="presOf" srcId="{3403AA87-3541-4A11-904A-82B2BCCA0705}" destId="{C53AB94B-741E-45E0-BABA-86CBB75377D6}" srcOrd="1" destOrd="0" presId="urn:microsoft.com/office/officeart/2005/8/layout/list1"/>
    <dgm:cxn modelId="{2A6C668F-A8DB-4F16-ADF3-4EF525F6481A}" type="presOf" srcId="{57635D21-4B6E-42E5-97D8-CB6F40D0C3DF}" destId="{BD423825-D8D9-4C35-A801-096911073773}" srcOrd="1" destOrd="0" presId="urn:microsoft.com/office/officeart/2005/8/layout/list1"/>
    <dgm:cxn modelId="{D373DC9A-4657-4981-AD46-1FD9C7D8553B}" type="presOf" srcId="{F31D282F-DEC3-4A1C-9CDA-8BFCD685D01F}" destId="{E51CE811-26C1-44CA-88BB-545E62798884}" srcOrd="0" destOrd="0" presId="urn:microsoft.com/office/officeart/2005/8/layout/list1"/>
    <dgm:cxn modelId="{4522E79B-D728-4746-BBA7-1AE1ECC8C5A5}" type="presOf" srcId="{6904F4A0-4918-4A9C-A6C3-0A22FA734ADD}" destId="{D23504E2-55BF-491C-94A7-FBE8415B12B5}" srcOrd="0" destOrd="0" presId="urn:microsoft.com/office/officeart/2005/8/layout/list1"/>
    <dgm:cxn modelId="{41FFC39D-2662-4BDE-8853-0D10EEB1E913}" type="presOf" srcId="{F2268D0F-9BF1-4BBB-8940-61E86E18E1FF}" destId="{BD0EFDFE-1709-4D72-B02E-04EBE4745D34}" srcOrd="0" destOrd="0" presId="urn:microsoft.com/office/officeart/2005/8/layout/list1"/>
    <dgm:cxn modelId="{281067A8-C154-4F04-85AD-6AAE7DA5DDFE}" type="presOf" srcId="{89F80F79-DBBF-4B52-A770-D7EBDB29B8C0}" destId="{08C59C5F-2348-4908-9769-91589313BFD1}" srcOrd="0" destOrd="0" presId="urn:microsoft.com/office/officeart/2005/8/layout/list1"/>
    <dgm:cxn modelId="{DD2EE3AB-171D-401A-888B-389D69F52ACB}" srcId="{F31D282F-DEC3-4A1C-9CDA-8BFCD685D01F}" destId="{57635D21-4B6E-42E5-97D8-CB6F40D0C3DF}" srcOrd="3" destOrd="0" parTransId="{27E60AD4-DBEB-4952-A532-1C98E36E27E1}" sibTransId="{1F6706EF-0FD5-4045-9806-91FF5AAF4288}"/>
    <dgm:cxn modelId="{E28DC7AC-C9FE-41AA-BFCF-B18119E45D2F}" type="presOf" srcId="{3403AA87-3541-4A11-904A-82B2BCCA0705}" destId="{C7A17A39-ABE9-440F-A1CC-DA14067A6658}" srcOrd="0" destOrd="0" presId="urn:microsoft.com/office/officeart/2005/8/layout/list1"/>
    <dgm:cxn modelId="{C36C5DB0-F03E-4ACE-91B7-EAEA628E0EB0}" srcId="{F31D282F-DEC3-4A1C-9CDA-8BFCD685D01F}" destId="{6904F4A0-4918-4A9C-A6C3-0A22FA734ADD}" srcOrd="1" destOrd="0" parTransId="{8A23C06B-B821-4173-8C00-C53209AF9B33}" sibTransId="{1471AED4-622C-411A-B368-4BC8CE7828E1}"/>
    <dgm:cxn modelId="{086B73B4-2CCA-4C9F-8330-68F184FAB37F}" srcId="{F31D282F-DEC3-4A1C-9CDA-8BFCD685D01F}" destId="{F2268D0F-9BF1-4BBB-8940-61E86E18E1FF}" srcOrd="5" destOrd="0" parTransId="{3C4E142D-33A8-43A1-AB62-CC46A9F4F989}" sibTransId="{ADD484C7-E18E-442A-B64C-4CC78FFFFE91}"/>
    <dgm:cxn modelId="{5D85CBC2-402F-4670-8B30-0285D90BFBCA}" srcId="{F31D282F-DEC3-4A1C-9CDA-8BFCD685D01F}" destId="{89F80F79-DBBF-4B52-A770-D7EBDB29B8C0}" srcOrd="0" destOrd="0" parTransId="{963CD44C-CB6A-4B9E-AF55-DE371E7B42F5}" sibTransId="{AED827AD-84CC-41ED-96EE-B5CDCA4B334F}"/>
    <dgm:cxn modelId="{0E221BC8-4AE0-4B34-9E23-4EE5F291CD1D}" srcId="{F31D282F-DEC3-4A1C-9CDA-8BFCD685D01F}" destId="{3403AA87-3541-4A11-904A-82B2BCCA0705}" srcOrd="4" destOrd="0" parTransId="{5558949A-3A14-45D0-A1F7-9AA6064FA2D5}" sibTransId="{7F405A0B-8B85-4879-9301-2C3181D46183}"/>
    <dgm:cxn modelId="{9E555DDC-47A8-4187-B0CD-65BB9F289358}" type="presOf" srcId="{89F80F79-DBBF-4B52-A770-D7EBDB29B8C0}" destId="{0E550621-DEBE-4E6B-9075-ECDDF4B73A09}" srcOrd="1" destOrd="0" presId="urn:microsoft.com/office/officeart/2005/8/layout/list1"/>
    <dgm:cxn modelId="{964F97E1-7E9B-479D-A6B0-538AD550E612}" type="presOf" srcId="{F2268D0F-9BF1-4BBB-8940-61E86E18E1FF}" destId="{6A011297-9E59-496F-87BE-9FE374E77368}" srcOrd="1" destOrd="0" presId="urn:microsoft.com/office/officeart/2005/8/layout/list1"/>
    <dgm:cxn modelId="{2CC1B7F9-068B-403C-BBBA-D3F1072D6BF1}" type="presOf" srcId="{6904F4A0-4918-4A9C-A6C3-0A22FA734ADD}" destId="{E0C1628B-EA6E-4515-A75A-B02B0226AE67}" srcOrd="1" destOrd="0" presId="urn:microsoft.com/office/officeart/2005/8/layout/list1"/>
    <dgm:cxn modelId="{D131CED0-E233-494D-8F48-05DBAC9BC265}" type="presParOf" srcId="{E51CE811-26C1-44CA-88BB-545E62798884}" destId="{2B33F4BD-8740-44D9-A4A4-9F4FD9D6A1CB}" srcOrd="0" destOrd="0" presId="urn:microsoft.com/office/officeart/2005/8/layout/list1"/>
    <dgm:cxn modelId="{B396B8CD-6857-4AE5-87D8-28292141FEAB}" type="presParOf" srcId="{2B33F4BD-8740-44D9-A4A4-9F4FD9D6A1CB}" destId="{08C59C5F-2348-4908-9769-91589313BFD1}" srcOrd="0" destOrd="0" presId="urn:microsoft.com/office/officeart/2005/8/layout/list1"/>
    <dgm:cxn modelId="{5FCED2EF-58C9-4AD6-AEB4-DB8D41FDAAF3}" type="presParOf" srcId="{2B33F4BD-8740-44D9-A4A4-9F4FD9D6A1CB}" destId="{0E550621-DEBE-4E6B-9075-ECDDF4B73A09}" srcOrd="1" destOrd="0" presId="urn:microsoft.com/office/officeart/2005/8/layout/list1"/>
    <dgm:cxn modelId="{91A208ED-7C1B-4A4B-9317-667C47714729}" type="presParOf" srcId="{E51CE811-26C1-44CA-88BB-545E62798884}" destId="{01670F25-54D7-47D5-ADC6-8909DE39829B}" srcOrd="1" destOrd="0" presId="urn:microsoft.com/office/officeart/2005/8/layout/list1"/>
    <dgm:cxn modelId="{F8F7F391-46DA-4AC0-8B54-B4484C3ACFF1}" type="presParOf" srcId="{E51CE811-26C1-44CA-88BB-545E62798884}" destId="{F81586B5-7E3C-442E-84B8-49898F95C068}" srcOrd="2" destOrd="0" presId="urn:microsoft.com/office/officeart/2005/8/layout/list1"/>
    <dgm:cxn modelId="{CDF13A9B-C640-4DFE-9FAB-53A0A46AB4F9}" type="presParOf" srcId="{E51CE811-26C1-44CA-88BB-545E62798884}" destId="{E15C7DF4-0891-4C61-9028-1826AE350071}" srcOrd="3" destOrd="0" presId="urn:microsoft.com/office/officeart/2005/8/layout/list1"/>
    <dgm:cxn modelId="{8D51B360-4599-4E36-9B27-B211AEBAEFAB}" type="presParOf" srcId="{E51CE811-26C1-44CA-88BB-545E62798884}" destId="{755D0E99-6853-4EE3-8718-DEAFFDE35CBF}" srcOrd="4" destOrd="0" presId="urn:microsoft.com/office/officeart/2005/8/layout/list1"/>
    <dgm:cxn modelId="{6F7DD541-32C8-4894-8473-76CEF31357E5}" type="presParOf" srcId="{755D0E99-6853-4EE3-8718-DEAFFDE35CBF}" destId="{D23504E2-55BF-491C-94A7-FBE8415B12B5}" srcOrd="0" destOrd="0" presId="urn:microsoft.com/office/officeart/2005/8/layout/list1"/>
    <dgm:cxn modelId="{EC9CC418-BC7C-4FAA-8C6D-DE844111F3C4}" type="presParOf" srcId="{755D0E99-6853-4EE3-8718-DEAFFDE35CBF}" destId="{E0C1628B-EA6E-4515-A75A-B02B0226AE67}" srcOrd="1" destOrd="0" presId="urn:microsoft.com/office/officeart/2005/8/layout/list1"/>
    <dgm:cxn modelId="{650700F0-CCE9-4637-9F58-DB4F15A0C013}" type="presParOf" srcId="{E51CE811-26C1-44CA-88BB-545E62798884}" destId="{13D6CA37-5772-4C6D-A1AA-FD46BB1695D9}" srcOrd="5" destOrd="0" presId="urn:microsoft.com/office/officeart/2005/8/layout/list1"/>
    <dgm:cxn modelId="{52006F5C-E596-492D-B7E6-604631F175B1}" type="presParOf" srcId="{E51CE811-26C1-44CA-88BB-545E62798884}" destId="{7B9B8788-C2C6-45A7-B110-F3F3D0147834}" srcOrd="6" destOrd="0" presId="urn:microsoft.com/office/officeart/2005/8/layout/list1"/>
    <dgm:cxn modelId="{97A4CB58-0B94-4FEB-BA6A-4BC862004467}" type="presParOf" srcId="{E51CE811-26C1-44CA-88BB-545E62798884}" destId="{8E7997B3-FDBC-484E-BAD8-A3729E568CB3}" srcOrd="7" destOrd="0" presId="urn:microsoft.com/office/officeart/2005/8/layout/list1"/>
    <dgm:cxn modelId="{096A49C0-98A8-45F6-9940-4D513344C76E}" type="presParOf" srcId="{E51CE811-26C1-44CA-88BB-545E62798884}" destId="{30D83649-C413-4C4E-8B07-DC4276EFBF76}" srcOrd="8" destOrd="0" presId="urn:microsoft.com/office/officeart/2005/8/layout/list1"/>
    <dgm:cxn modelId="{BB16E61F-F70D-4352-BED7-3CF983A14690}" type="presParOf" srcId="{30D83649-C413-4C4E-8B07-DC4276EFBF76}" destId="{D10F2180-08AB-41CF-AF9F-90E72A93E18C}" srcOrd="0" destOrd="0" presId="urn:microsoft.com/office/officeart/2005/8/layout/list1"/>
    <dgm:cxn modelId="{1712418B-656F-453A-B1A8-59241DA0D34C}" type="presParOf" srcId="{30D83649-C413-4C4E-8B07-DC4276EFBF76}" destId="{1F069B81-AD16-4CAB-B99C-434F0C49F836}" srcOrd="1" destOrd="0" presId="urn:microsoft.com/office/officeart/2005/8/layout/list1"/>
    <dgm:cxn modelId="{D863F61D-B7B5-42DC-9EC8-240C21F9A6D9}" type="presParOf" srcId="{E51CE811-26C1-44CA-88BB-545E62798884}" destId="{1F86BD57-8A1E-44D3-B76D-48656DBEFCF2}" srcOrd="9" destOrd="0" presId="urn:microsoft.com/office/officeart/2005/8/layout/list1"/>
    <dgm:cxn modelId="{2D36911C-F765-4CE3-8F10-A6FB351098D2}" type="presParOf" srcId="{E51CE811-26C1-44CA-88BB-545E62798884}" destId="{A973F5F3-16AD-4220-8D85-BD2D62E59A5E}" srcOrd="10" destOrd="0" presId="urn:microsoft.com/office/officeart/2005/8/layout/list1"/>
    <dgm:cxn modelId="{605464E9-55D7-46C4-B1A9-4726FA4CB757}" type="presParOf" srcId="{E51CE811-26C1-44CA-88BB-545E62798884}" destId="{640BD505-9CE8-41EC-ADF0-042E9F32ADBF}" srcOrd="11" destOrd="0" presId="urn:microsoft.com/office/officeart/2005/8/layout/list1"/>
    <dgm:cxn modelId="{B9920103-C7DC-4B23-937C-62B019339E50}" type="presParOf" srcId="{E51CE811-26C1-44CA-88BB-545E62798884}" destId="{5ACCF16E-9767-4E45-A878-7A99DEF70582}" srcOrd="12" destOrd="0" presId="urn:microsoft.com/office/officeart/2005/8/layout/list1"/>
    <dgm:cxn modelId="{25884CE3-410E-4334-A3D8-A3ED6C152140}" type="presParOf" srcId="{5ACCF16E-9767-4E45-A878-7A99DEF70582}" destId="{D9E12C25-AB42-4D5C-A598-33A6297955A5}" srcOrd="0" destOrd="0" presId="urn:microsoft.com/office/officeart/2005/8/layout/list1"/>
    <dgm:cxn modelId="{680E545A-4906-400A-BCE6-F34196BAC278}" type="presParOf" srcId="{5ACCF16E-9767-4E45-A878-7A99DEF70582}" destId="{BD423825-D8D9-4C35-A801-096911073773}" srcOrd="1" destOrd="0" presId="urn:microsoft.com/office/officeart/2005/8/layout/list1"/>
    <dgm:cxn modelId="{A8F60005-1319-4F63-9A91-C04CD6BB34D3}" type="presParOf" srcId="{E51CE811-26C1-44CA-88BB-545E62798884}" destId="{D3FF1164-89FB-4B33-8F50-26FBD4836A72}" srcOrd="13" destOrd="0" presId="urn:microsoft.com/office/officeart/2005/8/layout/list1"/>
    <dgm:cxn modelId="{839CA472-C2B0-4C05-B23E-B3B68127E354}" type="presParOf" srcId="{E51CE811-26C1-44CA-88BB-545E62798884}" destId="{B27EACC4-54F0-4CD6-9605-8B485D61D01D}" srcOrd="14" destOrd="0" presId="urn:microsoft.com/office/officeart/2005/8/layout/list1"/>
    <dgm:cxn modelId="{F04E55EB-C718-4668-939D-4E57D2E09022}" type="presParOf" srcId="{E51CE811-26C1-44CA-88BB-545E62798884}" destId="{49F03613-1D84-40D5-AFA1-01B7265E5CF2}" srcOrd="15" destOrd="0" presId="urn:microsoft.com/office/officeart/2005/8/layout/list1"/>
    <dgm:cxn modelId="{2DD1720C-1080-4FBE-96C5-B6FBB47B961C}" type="presParOf" srcId="{E51CE811-26C1-44CA-88BB-545E62798884}" destId="{76BE1F1E-E9D2-49EE-A964-084BA4464844}" srcOrd="16" destOrd="0" presId="urn:microsoft.com/office/officeart/2005/8/layout/list1"/>
    <dgm:cxn modelId="{90A8BD2F-73B3-4E71-AD62-6CDB50F549A0}" type="presParOf" srcId="{76BE1F1E-E9D2-49EE-A964-084BA4464844}" destId="{C7A17A39-ABE9-440F-A1CC-DA14067A6658}" srcOrd="0" destOrd="0" presId="urn:microsoft.com/office/officeart/2005/8/layout/list1"/>
    <dgm:cxn modelId="{F758F51F-C022-447C-83CB-C123E31B7D99}" type="presParOf" srcId="{76BE1F1E-E9D2-49EE-A964-084BA4464844}" destId="{C53AB94B-741E-45E0-BABA-86CBB75377D6}" srcOrd="1" destOrd="0" presId="urn:microsoft.com/office/officeart/2005/8/layout/list1"/>
    <dgm:cxn modelId="{ECDCD59E-81D1-4336-9956-752B6B4B70FA}" type="presParOf" srcId="{E51CE811-26C1-44CA-88BB-545E62798884}" destId="{691725E2-2DAE-4F24-977E-434DFB0964A0}" srcOrd="17" destOrd="0" presId="urn:microsoft.com/office/officeart/2005/8/layout/list1"/>
    <dgm:cxn modelId="{A75B23E0-C838-4FDF-BE0C-201D4A3DC46D}" type="presParOf" srcId="{E51CE811-26C1-44CA-88BB-545E62798884}" destId="{1DA5EC39-BB8C-4E58-A879-C44BE00E9D30}" srcOrd="18" destOrd="0" presId="urn:microsoft.com/office/officeart/2005/8/layout/list1"/>
    <dgm:cxn modelId="{F38E5BAC-A1C0-42B1-870C-2ED24162CA45}" type="presParOf" srcId="{E51CE811-26C1-44CA-88BB-545E62798884}" destId="{C76082C0-6AC0-48F2-9CD9-163321B038D6}" srcOrd="19" destOrd="0" presId="urn:microsoft.com/office/officeart/2005/8/layout/list1"/>
    <dgm:cxn modelId="{6D3D8AC2-C8FB-44D4-9E0C-5F884D6C2A8C}" type="presParOf" srcId="{E51CE811-26C1-44CA-88BB-545E62798884}" destId="{85D2284E-B3E8-490D-AE88-DC36D4021CDF}" srcOrd="20" destOrd="0" presId="urn:microsoft.com/office/officeart/2005/8/layout/list1"/>
    <dgm:cxn modelId="{1DB19038-22E7-4D6F-B796-23EC440AA584}" type="presParOf" srcId="{85D2284E-B3E8-490D-AE88-DC36D4021CDF}" destId="{BD0EFDFE-1709-4D72-B02E-04EBE4745D34}" srcOrd="0" destOrd="0" presId="urn:microsoft.com/office/officeart/2005/8/layout/list1"/>
    <dgm:cxn modelId="{17CF590E-807E-4600-A7DA-4F1AD2E3A833}" type="presParOf" srcId="{85D2284E-B3E8-490D-AE88-DC36D4021CDF}" destId="{6A011297-9E59-496F-87BE-9FE374E77368}" srcOrd="1" destOrd="0" presId="urn:microsoft.com/office/officeart/2005/8/layout/list1"/>
    <dgm:cxn modelId="{69FBE6E2-9CE6-4E4A-9259-70209C5CD0A0}" type="presParOf" srcId="{E51CE811-26C1-44CA-88BB-545E62798884}" destId="{BF9D1648-5541-4AC1-B5DF-2325334F6488}" srcOrd="21" destOrd="0" presId="urn:microsoft.com/office/officeart/2005/8/layout/list1"/>
    <dgm:cxn modelId="{D3C9DBBF-72DE-43A8-9CF7-5A7F9B50A593}" type="presParOf" srcId="{E51CE811-26C1-44CA-88BB-545E62798884}" destId="{C54CB263-7C2F-40BA-8E9E-3079DCBB3EDB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586B5-7E3C-442E-84B8-49898F95C068}">
      <dsp:nvSpPr>
        <dsp:cNvPr id="0" name=""/>
        <dsp:cNvSpPr/>
      </dsp:nvSpPr>
      <dsp:spPr>
        <a:xfrm>
          <a:off x="0" y="408932"/>
          <a:ext cx="982979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550621-DEBE-4E6B-9075-ECDDF4B73A09}">
      <dsp:nvSpPr>
        <dsp:cNvPr id="0" name=""/>
        <dsp:cNvSpPr/>
      </dsp:nvSpPr>
      <dsp:spPr>
        <a:xfrm>
          <a:off x="491489" y="69452"/>
          <a:ext cx="7184786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u="none" kern="1200" dirty="0">
              <a:solidFill>
                <a:schemeClr val="tx1"/>
              </a:solidFill>
            </a:rPr>
            <a:t>System users can modify bank details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524633" y="102596"/>
        <a:ext cx="7118498" cy="612672"/>
      </dsp:txXfrm>
    </dsp:sp>
    <dsp:sp modelId="{FA311A59-1FEB-462C-A2C4-B2B67EE01892}">
      <dsp:nvSpPr>
        <dsp:cNvPr id="0" name=""/>
        <dsp:cNvSpPr/>
      </dsp:nvSpPr>
      <dsp:spPr>
        <a:xfrm>
          <a:off x="0" y="1452212"/>
          <a:ext cx="982979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654754-4B24-4232-A956-DBD4E931EBC5}">
      <dsp:nvSpPr>
        <dsp:cNvPr id="0" name=""/>
        <dsp:cNvSpPr/>
      </dsp:nvSpPr>
      <dsp:spPr>
        <a:xfrm>
          <a:off x="491489" y="1112732"/>
          <a:ext cx="7184786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u="none" kern="1200" dirty="0">
              <a:solidFill>
                <a:schemeClr val="tx1"/>
              </a:solidFill>
            </a:rPr>
            <a:t>System users can modify bank balance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524633" y="1145876"/>
        <a:ext cx="7118498" cy="612672"/>
      </dsp:txXfrm>
    </dsp:sp>
    <dsp:sp modelId="{12456D06-2E69-462B-A2BA-B37EA7BA354F}">
      <dsp:nvSpPr>
        <dsp:cNvPr id="0" name=""/>
        <dsp:cNvSpPr/>
      </dsp:nvSpPr>
      <dsp:spPr>
        <a:xfrm>
          <a:off x="0" y="2495492"/>
          <a:ext cx="982979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2E8BCA-44B9-4F15-87F7-6FD08BA04A43}">
      <dsp:nvSpPr>
        <dsp:cNvPr id="0" name=""/>
        <dsp:cNvSpPr/>
      </dsp:nvSpPr>
      <dsp:spPr>
        <a:xfrm>
          <a:off x="491489" y="2156012"/>
          <a:ext cx="7184786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u="none" kern="1200" dirty="0">
              <a:solidFill>
                <a:schemeClr val="tx1"/>
              </a:solidFill>
            </a:rPr>
            <a:t>Transactions can potentially be intercepted and affected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524633" y="2189156"/>
        <a:ext cx="7118498" cy="612672"/>
      </dsp:txXfrm>
    </dsp:sp>
    <dsp:sp modelId="{DB269940-B7A4-452F-B08A-366BABCE161E}">
      <dsp:nvSpPr>
        <dsp:cNvPr id="0" name=""/>
        <dsp:cNvSpPr/>
      </dsp:nvSpPr>
      <dsp:spPr>
        <a:xfrm>
          <a:off x="0" y="3538772"/>
          <a:ext cx="982979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85054E-6CF6-4890-B10A-9FFCC1D7A36E}">
      <dsp:nvSpPr>
        <dsp:cNvPr id="0" name=""/>
        <dsp:cNvSpPr/>
      </dsp:nvSpPr>
      <dsp:spPr>
        <a:xfrm>
          <a:off x="491489" y="3199292"/>
          <a:ext cx="7168892" cy="678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GB" sz="1800" u="none" kern="1200" dirty="0">
              <a:solidFill>
                <a:schemeClr val="tx1"/>
              </a:solidFill>
            </a:rPr>
            <a:t>users have to wait for a long time to deposit and withdraw money</a:t>
          </a:r>
          <a:endParaRPr lang="en-IN" sz="1800" kern="1200" dirty="0">
            <a:solidFill>
              <a:schemeClr val="tx1"/>
            </a:solidFill>
          </a:endParaRPr>
        </a:p>
      </dsp:txBody>
      <dsp:txXfrm>
        <a:off x="524633" y="3232436"/>
        <a:ext cx="7102604" cy="612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586B5-7E3C-442E-84B8-49898F95C068}">
      <dsp:nvSpPr>
        <dsp:cNvPr id="0" name=""/>
        <dsp:cNvSpPr/>
      </dsp:nvSpPr>
      <dsp:spPr>
        <a:xfrm>
          <a:off x="0" y="314612"/>
          <a:ext cx="98297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550621-DEBE-4E6B-9075-ECDDF4B73A09}">
      <dsp:nvSpPr>
        <dsp:cNvPr id="0" name=""/>
        <dsp:cNvSpPr/>
      </dsp:nvSpPr>
      <dsp:spPr>
        <a:xfrm>
          <a:off x="491489" y="93212"/>
          <a:ext cx="704077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IN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Study and implementation of blockchain technology in the banking domain.</a:t>
          </a:r>
        </a:p>
      </dsp:txBody>
      <dsp:txXfrm>
        <a:off x="513105" y="114828"/>
        <a:ext cx="6997538" cy="399568"/>
      </dsp:txXfrm>
    </dsp:sp>
    <dsp:sp modelId="{7B9B8788-C2C6-45A7-B110-F3F3D0147834}">
      <dsp:nvSpPr>
        <dsp:cNvPr id="0" name=""/>
        <dsp:cNvSpPr/>
      </dsp:nvSpPr>
      <dsp:spPr>
        <a:xfrm>
          <a:off x="0" y="995012"/>
          <a:ext cx="98297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1628B-EA6E-4515-A75A-B02B0226AE67}">
      <dsp:nvSpPr>
        <dsp:cNvPr id="0" name=""/>
        <dsp:cNvSpPr/>
      </dsp:nvSpPr>
      <dsp:spPr>
        <a:xfrm>
          <a:off x="491489" y="773612"/>
          <a:ext cx="747281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Wingdings" panose="05000000000000000000" pitchFamily="2" charset="2"/>
            <a:buNone/>
          </a:pPr>
          <a:r>
            <a:rPr lang="en-IN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Design of a decentralized architecture for banking operations using smart contracts.</a:t>
          </a:r>
        </a:p>
      </dsp:txBody>
      <dsp:txXfrm>
        <a:off x="513105" y="795228"/>
        <a:ext cx="7429587" cy="399568"/>
      </dsp:txXfrm>
    </dsp:sp>
    <dsp:sp modelId="{A973F5F3-16AD-4220-8D85-BD2D62E59A5E}">
      <dsp:nvSpPr>
        <dsp:cNvPr id="0" name=""/>
        <dsp:cNvSpPr/>
      </dsp:nvSpPr>
      <dsp:spPr>
        <a:xfrm>
          <a:off x="0" y="1675412"/>
          <a:ext cx="98297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69B81-AD16-4CAB-B99C-434F0C49F836}">
      <dsp:nvSpPr>
        <dsp:cNvPr id="0" name=""/>
        <dsp:cNvSpPr/>
      </dsp:nvSpPr>
      <dsp:spPr>
        <a:xfrm>
          <a:off x="491489" y="1454012"/>
          <a:ext cx="7456924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Wingdings" panose="05000000000000000000" pitchFamily="2" charset="2"/>
            <a:buNone/>
          </a:pPr>
          <a:r>
            <a:rPr lang="en-IN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Implementation of basic financial services: deposits, transfers, transaction history.</a:t>
          </a:r>
        </a:p>
      </dsp:txBody>
      <dsp:txXfrm>
        <a:off x="513105" y="1475628"/>
        <a:ext cx="7413692" cy="399568"/>
      </dsp:txXfrm>
    </dsp:sp>
    <dsp:sp modelId="{B27EACC4-54F0-4CD6-9605-8B485D61D01D}">
      <dsp:nvSpPr>
        <dsp:cNvPr id="0" name=""/>
        <dsp:cNvSpPr/>
      </dsp:nvSpPr>
      <dsp:spPr>
        <a:xfrm>
          <a:off x="0" y="2355812"/>
          <a:ext cx="98297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23825-D8D9-4C35-A801-096911073773}">
      <dsp:nvSpPr>
        <dsp:cNvPr id="0" name=""/>
        <dsp:cNvSpPr/>
      </dsp:nvSpPr>
      <dsp:spPr>
        <a:xfrm>
          <a:off x="491489" y="2134412"/>
          <a:ext cx="688085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Wingdings" panose="05000000000000000000" pitchFamily="2" charset="2"/>
            <a:buNone/>
          </a:pPr>
          <a:r>
            <a:rPr lang="en-IN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Use of Ethereum or similar platforms for smart contract development.</a:t>
          </a:r>
        </a:p>
      </dsp:txBody>
      <dsp:txXfrm>
        <a:off x="513105" y="2156028"/>
        <a:ext cx="6837627" cy="399568"/>
      </dsp:txXfrm>
    </dsp:sp>
    <dsp:sp modelId="{1DA5EC39-BB8C-4E58-A879-C44BE00E9D30}">
      <dsp:nvSpPr>
        <dsp:cNvPr id="0" name=""/>
        <dsp:cNvSpPr/>
      </dsp:nvSpPr>
      <dsp:spPr>
        <a:xfrm>
          <a:off x="0" y="3036212"/>
          <a:ext cx="98297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AB94B-741E-45E0-BABA-86CBB75377D6}">
      <dsp:nvSpPr>
        <dsp:cNvPr id="0" name=""/>
        <dsp:cNvSpPr/>
      </dsp:nvSpPr>
      <dsp:spPr>
        <a:xfrm>
          <a:off x="491489" y="2814812"/>
          <a:ext cx="876896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Wingdings" panose="05000000000000000000" pitchFamily="2" charset="2"/>
            <a:buNone/>
          </a:pPr>
          <a:r>
            <a:rPr lang="en-IN" sz="1600" kern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Evaluation of security, transaction costs, and user experience in the decentralized environment.</a:t>
          </a:r>
        </a:p>
      </dsp:txBody>
      <dsp:txXfrm>
        <a:off x="513105" y="2836428"/>
        <a:ext cx="8725735" cy="399568"/>
      </dsp:txXfrm>
    </dsp:sp>
    <dsp:sp modelId="{C54CB263-7C2F-40BA-8E9E-3079DCBB3EDB}">
      <dsp:nvSpPr>
        <dsp:cNvPr id="0" name=""/>
        <dsp:cNvSpPr/>
      </dsp:nvSpPr>
      <dsp:spPr>
        <a:xfrm>
          <a:off x="0" y="3716612"/>
          <a:ext cx="9829799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11297-9E59-496F-87BE-9FE374E77368}">
      <dsp:nvSpPr>
        <dsp:cNvPr id="0" name=""/>
        <dsp:cNvSpPr/>
      </dsp:nvSpPr>
      <dsp:spPr>
        <a:xfrm>
          <a:off x="491489" y="3495212"/>
          <a:ext cx="688085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SzPts val="1000"/>
            <a:buFont typeface="Wingdings" panose="05000000000000000000" pitchFamily="2" charset="2"/>
            <a:buNone/>
          </a:pPr>
          <a:r>
            <a:rPr lang="en-IN" sz="16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Comparative analysis between centralized and decentralized banking models.</a:t>
          </a:r>
        </a:p>
      </dsp:txBody>
      <dsp:txXfrm>
        <a:off x="513105" y="3516828"/>
        <a:ext cx="6837627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586B5-7E3C-442E-84B8-49898F95C068}">
      <dsp:nvSpPr>
        <dsp:cNvPr id="0" name=""/>
        <dsp:cNvSpPr/>
      </dsp:nvSpPr>
      <dsp:spPr>
        <a:xfrm>
          <a:off x="0" y="293395"/>
          <a:ext cx="98297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550621-DEBE-4E6B-9075-ECDDF4B73A09}">
      <dsp:nvSpPr>
        <dsp:cNvPr id="0" name=""/>
        <dsp:cNvSpPr/>
      </dsp:nvSpPr>
      <dsp:spPr>
        <a:xfrm>
          <a:off x="491489" y="42475"/>
          <a:ext cx="704077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</a:rPr>
            <a:t>Enhanced Authentication and Identity Management</a:t>
          </a:r>
          <a:endParaRPr lang="en-IN" sz="1600" b="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5987" y="66973"/>
        <a:ext cx="6991774" cy="452844"/>
      </dsp:txXfrm>
    </dsp:sp>
    <dsp:sp modelId="{7B9B8788-C2C6-45A7-B110-F3F3D0147834}">
      <dsp:nvSpPr>
        <dsp:cNvPr id="0" name=""/>
        <dsp:cNvSpPr/>
      </dsp:nvSpPr>
      <dsp:spPr>
        <a:xfrm>
          <a:off x="0" y="1064515"/>
          <a:ext cx="98297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1628B-EA6E-4515-A75A-B02B0226AE67}">
      <dsp:nvSpPr>
        <dsp:cNvPr id="0" name=""/>
        <dsp:cNvSpPr/>
      </dsp:nvSpPr>
      <dsp:spPr>
        <a:xfrm>
          <a:off x="491489" y="813595"/>
          <a:ext cx="688085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</a:rPr>
            <a:t>Off-Chain Data Management</a:t>
          </a:r>
          <a:endParaRPr lang="en-IN" sz="1600" b="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5987" y="838093"/>
        <a:ext cx="6831863" cy="452844"/>
      </dsp:txXfrm>
    </dsp:sp>
    <dsp:sp modelId="{A973F5F3-16AD-4220-8D85-BD2D62E59A5E}">
      <dsp:nvSpPr>
        <dsp:cNvPr id="0" name=""/>
        <dsp:cNvSpPr/>
      </dsp:nvSpPr>
      <dsp:spPr>
        <a:xfrm>
          <a:off x="0" y="1835635"/>
          <a:ext cx="98297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069B81-AD16-4CAB-B99C-434F0C49F836}">
      <dsp:nvSpPr>
        <dsp:cNvPr id="0" name=""/>
        <dsp:cNvSpPr/>
      </dsp:nvSpPr>
      <dsp:spPr>
        <a:xfrm>
          <a:off x="491489" y="1584715"/>
          <a:ext cx="688085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</a:rPr>
            <a:t>Modular Smart Contract Design</a:t>
          </a:r>
          <a:endParaRPr lang="en-IN" sz="1600" b="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5987" y="1609213"/>
        <a:ext cx="6831863" cy="452844"/>
      </dsp:txXfrm>
    </dsp:sp>
    <dsp:sp modelId="{B27EACC4-54F0-4CD6-9605-8B485D61D01D}">
      <dsp:nvSpPr>
        <dsp:cNvPr id="0" name=""/>
        <dsp:cNvSpPr/>
      </dsp:nvSpPr>
      <dsp:spPr>
        <a:xfrm>
          <a:off x="0" y="2606755"/>
          <a:ext cx="98297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23825-D8D9-4C35-A801-096911073773}">
      <dsp:nvSpPr>
        <dsp:cNvPr id="0" name=""/>
        <dsp:cNvSpPr/>
      </dsp:nvSpPr>
      <dsp:spPr>
        <a:xfrm>
          <a:off x="491489" y="2355835"/>
          <a:ext cx="688085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</a:rPr>
            <a:t>Frontend Modernization</a:t>
          </a:r>
          <a:endParaRPr lang="en-IN" sz="1600" b="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5987" y="2380333"/>
        <a:ext cx="6831863" cy="452844"/>
      </dsp:txXfrm>
    </dsp:sp>
    <dsp:sp modelId="{1DA5EC39-BB8C-4E58-A879-C44BE00E9D30}">
      <dsp:nvSpPr>
        <dsp:cNvPr id="0" name=""/>
        <dsp:cNvSpPr/>
      </dsp:nvSpPr>
      <dsp:spPr>
        <a:xfrm>
          <a:off x="0" y="3377876"/>
          <a:ext cx="98297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3AB94B-741E-45E0-BABA-86CBB75377D6}">
      <dsp:nvSpPr>
        <dsp:cNvPr id="0" name=""/>
        <dsp:cNvSpPr/>
      </dsp:nvSpPr>
      <dsp:spPr>
        <a:xfrm>
          <a:off x="491489" y="3126956"/>
          <a:ext cx="688085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</a:rPr>
            <a:t>Smart Contract Testing and Security</a:t>
          </a:r>
          <a:endParaRPr lang="en-IN" sz="1600" b="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5987" y="3151454"/>
        <a:ext cx="6831863" cy="452844"/>
      </dsp:txXfrm>
    </dsp:sp>
    <dsp:sp modelId="{C54CB263-7C2F-40BA-8E9E-3079DCBB3EDB}">
      <dsp:nvSpPr>
        <dsp:cNvPr id="0" name=""/>
        <dsp:cNvSpPr/>
      </dsp:nvSpPr>
      <dsp:spPr>
        <a:xfrm>
          <a:off x="0" y="4148995"/>
          <a:ext cx="98297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011297-9E59-496F-87BE-9FE374E77368}">
      <dsp:nvSpPr>
        <dsp:cNvPr id="0" name=""/>
        <dsp:cNvSpPr/>
      </dsp:nvSpPr>
      <dsp:spPr>
        <a:xfrm>
          <a:off x="491489" y="3898075"/>
          <a:ext cx="6880859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0080" tIns="0" rIns="26008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0" kern="1200" dirty="0">
              <a:solidFill>
                <a:schemeClr val="tx1"/>
              </a:solidFill>
            </a:rPr>
            <a:t>Multi-Chain and Interoperability Support</a:t>
          </a:r>
          <a:endParaRPr lang="en-IN" sz="1600" b="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15987" y="3922573"/>
        <a:ext cx="6831863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9AFDC-7658-4951-B0FF-52DFF2A93C0A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ED99B-9732-49FC-9C16-B56FEB1B1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62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824" y="1600200"/>
            <a:ext cx="5945188" cy="3048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0825" y="4898572"/>
            <a:ext cx="5945187" cy="1270453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</a:t>
            </a:r>
            <a:r>
              <a:rPr dirty="0"/>
              <a:t>dit Master subtitle style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4782971"/>
            <a:ext cx="56546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 userDrawn="1"/>
        </p:nvGrpSpPr>
        <p:grpSpPr>
          <a:xfrm>
            <a:off x="7923213" y="0"/>
            <a:ext cx="4265612" cy="6858000"/>
            <a:chOff x="7923213" y="0"/>
            <a:chExt cx="4265612" cy="685800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13" y="0"/>
              <a:ext cx="4265612" cy="685800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7923213" y="0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0" y="2237096"/>
            <a:ext cx="8229601" cy="2411103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2" y="4876800"/>
            <a:ext cx="8229601" cy="129222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11123611" y="0"/>
            <a:ext cx="1065214" cy="6868886"/>
            <a:chOff x="11123611" y="0"/>
            <a:chExt cx="1065214" cy="6868886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123611" y="0"/>
              <a:ext cx="1065213" cy="6858000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11123612" y="10886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9" name="Straight Connector 8"/>
          <p:cNvCxnSpPr/>
          <p:nvPr/>
        </p:nvCxnSpPr>
        <p:spPr>
          <a:xfrm>
            <a:off x="1658936" y="4782971"/>
            <a:ext cx="80168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8168" y="1984248"/>
            <a:ext cx="4800600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1612" y="1984248"/>
            <a:ext cx="4800601" cy="418795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5/10/2025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1613" y="1828800"/>
            <a:ext cx="4800600" cy="8382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1613" y="2743200"/>
            <a:ext cx="4800600" cy="34258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5/10/2025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5/10/2025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6" name="Straight Connector 5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5/10/2025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40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4414" y="685800"/>
            <a:ext cx="5257799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5/10/2025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8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000" b="0" i="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6025925" y="-50118"/>
            <a:ext cx="6172198" cy="6857999"/>
          </a:xfrm>
          <a:solidFill>
            <a:schemeClr val="bg2"/>
          </a:solidFill>
          <a:effectLst>
            <a:outerShdw blurRad="152400" dist="50800" dir="10800000" algn="r" rotWithShape="0">
              <a:prstClr val="black">
                <a:alpha val="25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23412" y="646112"/>
            <a:ext cx="1828801" cy="5522913"/>
          </a:xfrm>
        </p:spPr>
        <p:txBody>
          <a:bodyPr vert="eaVert"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646112"/>
            <a:ext cx="7620000" cy="5522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5/10/2025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  <p:cxnSp>
        <p:nvCxnSpPr>
          <p:cNvPr id="7" name="Straight Connector 6"/>
          <p:cNvCxnSpPr/>
          <p:nvPr/>
        </p:nvCxnSpPr>
        <p:spPr>
          <a:xfrm>
            <a:off x="9371012" y="762000"/>
            <a:ext cx="0" cy="533400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81200"/>
            <a:ext cx="9829799" cy="4187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5954834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8011" y="6400800"/>
            <a:ext cx="154865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5411" y="6400800"/>
            <a:ext cx="1066802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065213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" y="0"/>
            <a:ext cx="1065213" cy="6858000"/>
          </a:xfrm>
          <a:prstGeom prst="rect">
            <a:avLst/>
          </a:prstGeom>
          <a:gradFill flip="none" rotWithShape="1">
            <a:gsLst>
              <a:gs pos="75000">
                <a:schemeClr val="tx2">
                  <a:alpha val="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0425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dirty="0"/>
              <a:t>Blockchain Wallet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A Blockchain-Based </a:t>
            </a:r>
            <a:r>
              <a:rPr lang="en-US" dirty="0" err="1"/>
              <a:t>Decentralised</a:t>
            </a:r>
            <a:r>
              <a:rPr lang="en-US" dirty="0"/>
              <a:t> Banking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232011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Need for </a:t>
            </a:r>
            <a:r>
              <a:rPr lang="en-US" dirty="0" err="1"/>
              <a:t>Decentralised</a:t>
            </a:r>
            <a:r>
              <a:rPr lang="en-US" dirty="0"/>
              <a:t> Banking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In our present banking system,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  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7F36899-368D-463E-F344-CFF2B9EC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7613618"/>
              </p:ext>
            </p:extLst>
          </p:nvPr>
        </p:nvGraphicFramePr>
        <p:xfrm>
          <a:off x="1522413" y="2492895"/>
          <a:ext cx="9829799" cy="4187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760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Decentralised</a:t>
            </a:r>
            <a:r>
              <a:rPr lang="en-US" dirty="0"/>
              <a:t> Application Architectures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5FB28-8722-B3C0-3E05-63497BFA1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76" y="2348880"/>
            <a:ext cx="10537544" cy="316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90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8167" y="1984248"/>
            <a:ext cx="9864043" cy="4187952"/>
          </a:xfrm>
        </p:spPr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report covers the following: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ECCA95E-2780-E987-81F6-CAB9B77DAC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0923067"/>
              </p:ext>
            </p:extLst>
          </p:nvPr>
        </p:nvGraphicFramePr>
        <p:xfrm>
          <a:off x="1522413" y="2492895"/>
          <a:ext cx="9829799" cy="4187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4759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A321E-FA19-936E-2C73-3EE7ED87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B3AB1-3EFC-645D-16DC-4305AC40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Solutions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6CDFB-D755-663B-589D-6DFA643A8868}"/>
              </a:ext>
            </a:extLst>
          </p:cNvPr>
          <p:cNvSpPr txBox="1"/>
          <p:nvPr/>
        </p:nvSpPr>
        <p:spPr>
          <a:xfrm>
            <a:off x="1522413" y="2132856"/>
            <a:ext cx="98297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Existing solutions for blockchain-based </a:t>
            </a:r>
            <a:r>
              <a:rPr lang="en-GB" sz="3200" dirty="0" err="1"/>
              <a:t>DApps</a:t>
            </a:r>
            <a:r>
              <a:rPr lang="en-GB" sz="3200" dirty="0"/>
              <a:t> include platforms like </a:t>
            </a:r>
          </a:p>
          <a:p>
            <a:endParaRPr lang="en-GB" sz="3200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200" dirty="0"/>
              <a:t>Uniswap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200" dirty="0"/>
              <a:t>Compound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3200" dirty="0" err="1"/>
              <a:t>OpenSea</a:t>
            </a:r>
            <a:endParaRPr lang="en-GB" sz="3200" dirty="0"/>
          </a:p>
          <a:p>
            <a:endParaRPr lang="en-GB" sz="3200" b="1" dirty="0"/>
          </a:p>
          <a:p>
            <a:r>
              <a:rPr lang="en-GB" sz="3200" dirty="0"/>
              <a:t>which offer decentralized finance and NFT trading functionalities. 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91513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82C89-AD54-E357-5291-418913123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46305-9172-4896-FC2F-6A90D629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</a:p>
        </p:txBody>
      </p:sp>
      <p:pic>
        <p:nvPicPr>
          <p:cNvPr id="3" name="image4.png">
            <a:extLst>
              <a:ext uri="{FF2B5EF4-FFF2-40B4-BE49-F238E27FC236}">
                <a16:creationId xmlns:a16="http://schemas.microsoft.com/office/drawing/2014/main" id="{1585DF94-FE52-C2CE-05E0-C154B274121B}"/>
              </a:ext>
            </a:extLst>
          </p:cNvPr>
          <p:cNvPicPr/>
          <p:nvPr/>
        </p:nvPicPr>
        <p:blipFill>
          <a:blip r:embed="rId2"/>
          <a:srcRect b="15524"/>
          <a:stretch>
            <a:fillRect/>
          </a:stretch>
        </p:blipFill>
        <p:spPr>
          <a:xfrm>
            <a:off x="1629915" y="1839912"/>
            <a:ext cx="9722296" cy="490145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8907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1396E-D348-D980-9C08-88218A750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4FF0A-25AC-A43B-5021-E0DBCC2C1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Technology Stack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1E8C24-384B-40B1-0566-76B0A3B91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821647"/>
              </p:ext>
            </p:extLst>
          </p:nvPr>
        </p:nvGraphicFramePr>
        <p:xfrm>
          <a:off x="1629915" y="2060848"/>
          <a:ext cx="9722296" cy="441615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4861148">
                  <a:extLst>
                    <a:ext uri="{9D8B030D-6E8A-4147-A177-3AD203B41FA5}">
                      <a16:colId xmlns:a16="http://schemas.microsoft.com/office/drawing/2014/main" val="2610563845"/>
                    </a:ext>
                  </a:extLst>
                </a:gridCol>
                <a:gridCol w="4861148">
                  <a:extLst>
                    <a:ext uri="{9D8B030D-6E8A-4147-A177-3AD203B41FA5}">
                      <a16:colId xmlns:a16="http://schemas.microsoft.com/office/drawing/2014/main" val="983839873"/>
                    </a:ext>
                  </a:extLst>
                </a:gridCol>
              </a:tblGrid>
              <a:tr h="441615">
                <a:tc rowSpan="4">
                  <a:txBody>
                    <a:bodyPr/>
                    <a:lstStyle/>
                    <a:p>
                      <a:r>
                        <a:rPr lang="en-GB" dirty="0"/>
                        <a:t>Frontend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HTML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064057"/>
                  </a:ext>
                </a:extLst>
              </a:tr>
              <a:tr h="44161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8020066"/>
                  </a:ext>
                </a:extLst>
              </a:tr>
              <a:tr h="44161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166110"/>
                  </a:ext>
                </a:extLst>
              </a:tr>
              <a:tr h="44161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jQuery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667539"/>
                  </a:ext>
                </a:extLst>
              </a:tr>
              <a:tr h="441615">
                <a:tc>
                  <a:txBody>
                    <a:bodyPr/>
                    <a:lstStyle/>
                    <a:p>
                      <a:r>
                        <a:rPr lang="en-GB" dirty="0"/>
                        <a:t>Backend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Solidity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807445"/>
                  </a:ext>
                </a:extLst>
              </a:tr>
              <a:tr h="441615">
                <a:tc rowSpan="5">
                  <a:txBody>
                    <a:bodyPr/>
                    <a:lstStyle/>
                    <a:p>
                      <a:r>
                        <a:rPr lang="en-GB" dirty="0"/>
                        <a:t>Dependencies and Frameworks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NPM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633217"/>
                  </a:ext>
                </a:extLst>
              </a:tr>
              <a:tr h="44161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Truffle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286498"/>
                  </a:ext>
                </a:extLst>
              </a:tr>
              <a:tr h="44161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Ganache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017717"/>
                  </a:ext>
                </a:extLst>
              </a:tr>
              <a:tr h="44161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Metamask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9300060"/>
                  </a:ext>
                </a:extLst>
              </a:tr>
              <a:tr h="441615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Mocha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3352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04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F1028-45CF-A43D-9E8A-8B86C6C2B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184DF-C9ED-FD9E-0719-14857E31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577158-D265-52AA-21E6-413553EBB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2533" y="1988840"/>
            <a:ext cx="9628803" cy="4032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089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0613-D127-570E-4A7B-974F79279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15A58-EA25-784D-5CFC-831E2B8E9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9B49C6-8D31-B895-19E1-E05E8B10CE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154" y="1916832"/>
            <a:ext cx="10015951" cy="42484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4873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C45C3-1403-595B-3B23-401918B5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2C61-1223-8C7C-0CC5-4C4795290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AE7A9C-2A6B-346C-34C2-8B5BA26EF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916" y="1844824"/>
            <a:ext cx="2729979" cy="48801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CDBCC8DA-ECCC-44F0-90BF-4446BC7F54D4}"/>
              </a:ext>
            </a:extLst>
          </p:cNvPr>
          <p:cNvSpPr/>
          <p:nvPr/>
        </p:nvSpPr>
        <p:spPr>
          <a:xfrm>
            <a:off x="4510236" y="3893398"/>
            <a:ext cx="792088" cy="57606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EFE906-77D8-41E1-448B-24A5A19E4F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2665" y="3789040"/>
            <a:ext cx="2729980" cy="8608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74996981-36B0-5A42-6C8A-5249A3E14924}"/>
              </a:ext>
            </a:extLst>
          </p:cNvPr>
          <p:cNvSpPr/>
          <p:nvPr/>
        </p:nvSpPr>
        <p:spPr>
          <a:xfrm>
            <a:off x="8311140" y="3907948"/>
            <a:ext cx="807608" cy="6731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8EEB3B-9394-F5C5-5266-D501491C94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243" y="2420888"/>
            <a:ext cx="2538567" cy="35309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9589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Enhancements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CD8B5E1-E797-7C4F-DD53-7E2C78A9A9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6194958"/>
              </p:ext>
            </p:extLst>
          </p:nvPr>
        </p:nvGraphicFramePr>
        <p:xfrm>
          <a:off x="1522413" y="2060849"/>
          <a:ext cx="9829799" cy="4619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8328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2C399-AA94-C9F1-C4AE-1EAE18BE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48FEB-18D1-D34B-53D1-5F127A48A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7978E9-744E-911B-03B9-1270DDA45170}"/>
              </a:ext>
            </a:extLst>
          </p:cNvPr>
          <p:cNvSpPr txBox="1"/>
          <p:nvPr/>
        </p:nvSpPr>
        <p:spPr>
          <a:xfrm>
            <a:off x="1522413" y="1988840"/>
            <a:ext cx="9829797" cy="4210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proposed blockchain-based decentralized banking application represents a significant step toward redefining traditional financial systems by leveraging the transparency, security, and autonomy offered by blockchain technology. The current architecture provides a functional model that integrates key components such as smart contracts, wallet interfaces, and blockchain simulation environments. However, to transition from a proof-of-concept to a scalable, secure, and user-friendly financial platform, several enhancements are necessary. </a:t>
            </a:r>
          </a:p>
        </p:txBody>
      </p:sp>
    </p:spTree>
    <p:extLst>
      <p:ext uri="{BB962C8B-B14F-4D97-AF65-F5344CB8AC3E}">
        <p14:creationId xmlns:p14="http://schemas.microsoft.com/office/powerpoint/2010/main" val="2459157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8DC39-3480-8C9B-B597-58404627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9C635-6736-24C8-CFAC-99B50E5B3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 Mohamed Jamal Basha</a:t>
            </a:r>
          </a:p>
          <a:p>
            <a:r>
              <a:rPr lang="en-GB" dirty="0"/>
              <a:t>Yuvaraj K</a:t>
            </a:r>
          </a:p>
          <a:p>
            <a:r>
              <a:rPr lang="en-GB" dirty="0"/>
              <a:t>Manobala 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106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OPEN" val="0"/>
</p:tagLst>
</file>

<file path=ppt/theme/theme1.xml><?xml version="1.0" encoding="utf-8"?>
<a:theme xmlns:a="http://schemas.openxmlformats.org/drawingml/2006/main" name="Currency Symbols 16x9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rrency symbols presentation (widescreen).potx" id="{0BEEB329-2C4D-4D02-9858-CA91ACE92AB1}" vid="{944DA297-E844-470D-A85C-00068074ACC2}"/>
    </a:ext>
  </a:extLst>
</a:theme>
</file>

<file path=ppt/theme/theme2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Currency symbols presentation (widescreen)</Template>
  <TotalTime>37</TotalTime>
  <Words>288</Words>
  <Application>Microsoft Office PowerPoint</Application>
  <PresentationFormat>Custom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Cambria</vt:lpstr>
      <vt:lpstr>Times New Roman</vt:lpstr>
      <vt:lpstr>Wingdings</vt:lpstr>
      <vt:lpstr>Currency Symbols 16x9</vt:lpstr>
      <vt:lpstr>Blockchain Wallet</vt:lpstr>
      <vt:lpstr>Need for Decentralised Banking</vt:lpstr>
      <vt:lpstr>Decentralised Application Architectures</vt:lpstr>
      <vt:lpstr>Scope</vt:lpstr>
      <vt:lpstr>Existing Solutions</vt:lpstr>
      <vt:lpstr>Proposed System</vt:lpstr>
      <vt:lpstr>Technology Stack</vt:lpstr>
      <vt:lpstr>Implementation</vt:lpstr>
      <vt:lpstr>Implementation</vt:lpstr>
      <vt:lpstr>Implementation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kumaran kumaran</dc:creator>
  <cp:lastModifiedBy>kumaran kumaran</cp:lastModifiedBy>
  <cp:revision>8</cp:revision>
  <dcterms:created xsi:type="dcterms:W3CDTF">2025-05-10T08:48:43Z</dcterms:created>
  <dcterms:modified xsi:type="dcterms:W3CDTF">2025-05-10T09:26:12Z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